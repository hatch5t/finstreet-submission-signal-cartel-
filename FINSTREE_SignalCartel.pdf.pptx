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6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7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8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9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5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020"/>
    <a:srgbClr val="1E2327"/>
    <a:srgbClr val="181B20"/>
    <a:srgbClr val="1C2124"/>
    <a:srgbClr val="1B1D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88425"/>
  </p:normalViewPr>
  <p:slideViewPr>
    <p:cSldViewPr snapToGrid="0">
      <p:cViewPr varScale="1">
        <p:scale>
          <a:sx n="84" d="100"/>
          <a:sy n="84" d="100"/>
        </p:scale>
        <p:origin x="30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image" Target="../media/image80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FC0A54-BA82-C04C-A973-54569F86BF17}" type="doc">
      <dgm:prSet loTypeId="urn:microsoft.com/office/officeart/2005/8/layout/process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CEFF8113-EE51-0647-9CC6-4438ACDECB88}">
      <dgm:prSet phldrT="[Text]"/>
      <dgm:spPr/>
      <dgm:t>
        <a:bodyPr/>
        <a:lstStyle/>
        <a:p>
          <a:r>
            <a:rPr lang="en-GB" b="1" dirty="0">
              <a:latin typeface="Aptos" panose="020B0004020202020204" pitchFamily="34" charset="0"/>
            </a:rPr>
            <a:t>MARKET DATA</a:t>
          </a:r>
        </a:p>
      </dgm:t>
    </dgm:pt>
    <dgm:pt modelId="{CDD575D1-45B0-024F-A91A-FBA5DFE3C1E7}" type="parTrans" cxnId="{B6507D5D-54C4-2342-9AF3-C553D70E7AE7}">
      <dgm:prSet/>
      <dgm:spPr/>
      <dgm:t>
        <a:bodyPr/>
        <a:lstStyle/>
        <a:p>
          <a:endParaRPr lang="en-GB"/>
        </a:p>
      </dgm:t>
    </dgm:pt>
    <dgm:pt modelId="{551C24BC-2B03-3E47-B390-51570CF3B277}" type="sibTrans" cxnId="{B6507D5D-54C4-2342-9AF3-C553D70E7AE7}">
      <dgm:prSet/>
      <dgm:spPr/>
      <dgm:t>
        <a:bodyPr/>
        <a:lstStyle/>
        <a:p>
          <a:endParaRPr lang="en-GB"/>
        </a:p>
      </dgm:t>
    </dgm:pt>
    <dgm:pt modelId="{BFD427B0-ED03-5A47-9BB0-AF53A2DA995B}">
      <dgm:prSet phldrT="[Text]" custT="1"/>
      <dgm:spPr/>
      <dgm:t>
        <a:bodyPr/>
        <a:lstStyle/>
        <a:p>
          <a:pPr>
            <a:buNone/>
          </a:pPr>
          <a:r>
            <a:rPr lang="en-IN" sz="1300" b="0" i="0" u="none" dirty="0">
              <a:latin typeface="Aptos" panose="020B0004020202020204" pitchFamily="34" charset="0"/>
            </a:rPr>
            <a:t>Daily OHLCV, returns, realized volatility</a:t>
          </a:r>
          <a:endParaRPr lang="en-GB" sz="1300" dirty="0">
            <a:latin typeface="Aptos" panose="020B0004020202020204" pitchFamily="34" charset="0"/>
          </a:endParaRPr>
        </a:p>
      </dgm:t>
    </dgm:pt>
    <dgm:pt modelId="{049FCEF9-1DB1-604E-87B0-98B74B2FDD63}" type="parTrans" cxnId="{F76F913B-B03F-CF42-8A1B-811621C425F9}">
      <dgm:prSet/>
      <dgm:spPr/>
      <dgm:t>
        <a:bodyPr/>
        <a:lstStyle/>
        <a:p>
          <a:endParaRPr lang="en-GB"/>
        </a:p>
      </dgm:t>
    </dgm:pt>
    <dgm:pt modelId="{5D857DA7-CC77-1042-A69D-02A1F0F63692}" type="sibTrans" cxnId="{F76F913B-B03F-CF42-8A1B-811621C425F9}">
      <dgm:prSet/>
      <dgm:spPr/>
      <dgm:t>
        <a:bodyPr/>
        <a:lstStyle/>
        <a:p>
          <a:endParaRPr lang="en-GB"/>
        </a:p>
      </dgm:t>
    </dgm:pt>
    <dgm:pt modelId="{B20CDE02-97CA-054D-A550-0C2370034614}">
      <dgm:prSet phldrT="[Text]"/>
      <dgm:spPr/>
      <dgm:t>
        <a:bodyPr/>
        <a:lstStyle/>
        <a:p>
          <a:r>
            <a:rPr lang="en-GB" b="1" dirty="0">
              <a:latin typeface="Aptos" panose="020B0004020202020204" pitchFamily="34" charset="0"/>
              <a:ea typeface="ADLaM Display" panose="02010000000000000000" pitchFamily="2" charset="77"/>
              <a:cs typeface="ADLaM Display" panose="02010000000000000000" pitchFamily="2" charset="77"/>
            </a:rPr>
            <a:t>RANDOM FOREST MODEL</a:t>
          </a:r>
        </a:p>
      </dgm:t>
    </dgm:pt>
    <dgm:pt modelId="{AB7762CA-8B55-384D-9905-222E8025F597}" type="parTrans" cxnId="{AC299D86-BDB6-A543-897B-E138CE6A7E5D}">
      <dgm:prSet/>
      <dgm:spPr/>
      <dgm:t>
        <a:bodyPr/>
        <a:lstStyle/>
        <a:p>
          <a:endParaRPr lang="en-GB"/>
        </a:p>
      </dgm:t>
    </dgm:pt>
    <dgm:pt modelId="{05127FC4-DC67-F14F-AF58-D98668AFBE1E}" type="sibTrans" cxnId="{AC299D86-BDB6-A543-897B-E138CE6A7E5D}">
      <dgm:prSet/>
      <dgm:spPr/>
      <dgm:t>
        <a:bodyPr/>
        <a:lstStyle/>
        <a:p>
          <a:endParaRPr lang="en-GB"/>
        </a:p>
      </dgm:t>
    </dgm:pt>
    <dgm:pt modelId="{ACE5348A-80C0-5E40-B5A7-7624877EE131}">
      <dgm:prSet phldrT="[Text]" custT="1"/>
      <dgm:spPr/>
      <dgm:t>
        <a:bodyPr/>
        <a:lstStyle/>
        <a:p>
          <a:pPr>
            <a:buNone/>
          </a:pPr>
          <a:r>
            <a:rPr lang="en-IN" sz="1300" b="0" i="0" u="none" dirty="0">
              <a:latin typeface="Aptos" panose="020B0004020202020204" pitchFamily="34" charset="0"/>
            </a:rPr>
            <a:t>Estimates </a:t>
          </a:r>
          <a:r>
            <a:rPr lang="en-IN" sz="1300" b="0" i="0" dirty="0">
              <a:latin typeface="Aptos" panose="020B0004020202020204" pitchFamily="34" charset="0"/>
            </a:rPr>
            <a:t>P </a:t>
          </a:r>
          <a:r>
            <a:rPr lang="en-IN" sz="1300" b="0" i="1" dirty="0">
              <a:latin typeface="Aptos" panose="020B0004020202020204" pitchFamily="34" charset="0"/>
            </a:rPr>
            <a:t>(Price ↑ | Market State)</a:t>
          </a:r>
          <a:endParaRPr lang="en-GB" sz="1300" dirty="0">
            <a:latin typeface="Aptos" panose="020B0004020202020204" pitchFamily="34" charset="0"/>
          </a:endParaRPr>
        </a:p>
      </dgm:t>
    </dgm:pt>
    <dgm:pt modelId="{8C3B8E1D-CDD0-1A42-B251-52BE22422FA6}" type="parTrans" cxnId="{C48EB8A1-9DE1-074C-99D2-B26D145B161C}">
      <dgm:prSet/>
      <dgm:spPr/>
      <dgm:t>
        <a:bodyPr/>
        <a:lstStyle/>
        <a:p>
          <a:endParaRPr lang="en-GB"/>
        </a:p>
      </dgm:t>
    </dgm:pt>
    <dgm:pt modelId="{22247BC1-6191-894F-B1D3-B99FA06B6236}" type="sibTrans" cxnId="{C48EB8A1-9DE1-074C-99D2-B26D145B161C}">
      <dgm:prSet/>
      <dgm:spPr/>
      <dgm:t>
        <a:bodyPr/>
        <a:lstStyle/>
        <a:p>
          <a:endParaRPr lang="en-GB"/>
        </a:p>
      </dgm:t>
    </dgm:pt>
    <dgm:pt modelId="{2BCF2FDE-BAF2-D045-9EB0-F6BE9A846A36}">
      <dgm:prSet phldrT="[Text]" custT="1"/>
      <dgm:spPr/>
      <dgm:t>
        <a:bodyPr/>
        <a:lstStyle/>
        <a:p>
          <a:pPr>
            <a:buNone/>
          </a:pPr>
          <a:r>
            <a:rPr lang="en-IN" sz="1300" b="0" i="0" u="none" dirty="0">
              <a:latin typeface="Aptos" panose="020B0004020202020204" pitchFamily="34" charset="0"/>
            </a:rPr>
            <a:t>Momentum , Volatility , Price–Volume Structure</a:t>
          </a:r>
          <a:endParaRPr lang="en-GB" sz="1300" dirty="0">
            <a:latin typeface="Aptos" panose="020B0004020202020204" pitchFamily="34" charset="0"/>
          </a:endParaRPr>
        </a:p>
      </dgm:t>
    </dgm:pt>
    <dgm:pt modelId="{232093C4-E22D-9E49-A775-97FA7437664D}" type="parTrans" cxnId="{0F8EEF91-43C7-614E-9F1D-8D069E46AC78}">
      <dgm:prSet/>
      <dgm:spPr/>
      <dgm:t>
        <a:bodyPr/>
        <a:lstStyle/>
        <a:p>
          <a:endParaRPr lang="en-GB"/>
        </a:p>
      </dgm:t>
    </dgm:pt>
    <dgm:pt modelId="{F4BBC26D-EA0C-6549-A74A-52EBD92B7240}" type="sibTrans" cxnId="{0F8EEF91-43C7-614E-9F1D-8D069E46AC78}">
      <dgm:prSet/>
      <dgm:spPr/>
      <dgm:t>
        <a:bodyPr/>
        <a:lstStyle/>
        <a:p>
          <a:endParaRPr lang="en-GB"/>
        </a:p>
      </dgm:t>
    </dgm:pt>
    <dgm:pt modelId="{9F3DA711-EC83-424B-A4B0-E35389FFA2CA}">
      <dgm:prSet phldrT="[Text]"/>
      <dgm:spPr/>
      <dgm:t>
        <a:bodyPr/>
        <a:lstStyle/>
        <a:p>
          <a:pPr>
            <a:buNone/>
          </a:pPr>
          <a:r>
            <a:rPr lang="en-IN" b="1" i="0" u="none">
              <a:latin typeface="Aptos" panose="020B0004020202020204" pitchFamily="34" charset="0"/>
            </a:rPr>
            <a:t>CONFIDENCE </a:t>
          </a:r>
          <a:r>
            <a:rPr lang="en-IN" b="1" i="0" u="none" dirty="0">
              <a:latin typeface="Aptos" panose="020B0004020202020204" pitchFamily="34" charset="0"/>
            </a:rPr>
            <a:t>&amp; RISK SCALING</a:t>
          </a:r>
          <a:endParaRPr lang="en-GB" b="1" dirty="0">
            <a:latin typeface="Aptos" panose="020B0004020202020204" pitchFamily="34" charset="0"/>
          </a:endParaRPr>
        </a:p>
      </dgm:t>
    </dgm:pt>
    <dgm:pt modelId="{43797D00-2317-AA48-9272-DC78CB175941}" type="parTrans" cxnId="{FA2F7B87-08A0-D84A-9299-678003254D05}">
      <dgm:prSet/>
      <dgm:spPr/>
      <dgm:t>
        <a:bodyPr/>
        <a:lstStyle/>
        <a:p>
          <a:endParaRPr lang="en-GB"/>
        </a:p>
      </dgm:t>
    </dgm:pt>
    <dgm:pt modelId="{0187C512-D138-3E49-963E-00B4BC11CD90}" type="sibTrans" cxnId="{FA2F7B87-08A0-D84A-9299-678003254D05}">
      <dgm:prSet/>
      <dgm:spPr/>
      <dgm:t>
        <a:bodyPr/>
        <a:lstStyle/>
        <a:p>
          <a:endParaRPr lang="en-GB"/>
        </a:p>
      </dgm:t>
    </dgm:pt>
    <dgm:pt modelId="{862D4CF5-C244-5A40-9A08-768758BE32A0}">
      <dgm:prSet phldrT="[Text]" custT="1"/>
      <dgm:spPr/>
      <dgm:t>
        <a:bodyPr/>
        <a:lstStyle/>
        <a:p>
          <a:pPr>
            <a:buNone/>
          </a:pPr>
          <a:r>
            <a:rPr lang="en-IN" sz="1300" b="0" i="0" u="none" dirty="0">
              <a:latin typeface="Aptos" panose="020B0004020202020204" pitchFamily="34" charset="0"/>
            </a:rPr>
            <a:t>Position size ∝ Model certainty</a:t>
          </a:r>
          <a:endParaRPr lang="en-GB" sz="1300" dirty="0">
            <a:latin typeface="Aptos" panose="020B0004020202020204" pitchFamily="34" charset="0"/>
          </a:endParaRPr>
        </a:p>
      </dgm:t>
    </dgm:pt>
    <dgm:pt modelId="{F3BCEAD9-DBEF-184C-A92A-08FB958BD987}" type="parTrans" cxnId="{96A7B863-F3BB-6544-B52C-73C24470C4E2}">
      <dgm:prSet/>
      <dgm:spPr/>
      <dgm:t>
        <a:bodyPr/>
        <a:lstStyle/>
        <a:p>
          <a:endParaRPr lang="en-GB"/>
        </a:p>
      </dgm:t>
    </dgm:pt>
    <dgm:pt modelId="{653D68B5-3ACB-1E4B-BCF3-25321107E437}" type="sibTrans" cxnId="{96A7B863-F3BB-6544-B52C-73C24470C4E2}">
      <dgm:prSet/>
      <dgm:spPr/>
      <dgm:t>
        <a:bodyPr/>
        <a:lstStyle/>
        <a:p>
          <a:endParaRPr lang="en-GB"/>
        </a:p>
      </dgm:t>
    </dgm:pt>
    <dgm:pt modelId="{6CC5FAF8-8BC9-734A-A38E-01B18D7C72D9}">
      <dgm:prSet phldrT="[Text]"/>
      <dgm:spPr/>
      <dgm:t>
        <a:bodyPr/>
        <a:lstStyle/>
        <a:p>
          <a:pPr>
            <a:buNone/>
          </a:pPr>
          <a:r>
            <a:rPr lang="en-IN" b="1" i="0" u="none" dirty="0">
              <a:latin typeface="Aptos" panose="020B0004020202020204" pitchFamily="34" charset="0"/>
            </a:rPr>
            <a:t>TRADE EXECUTION</a:t>
          </a:r>
          <a:endParaRPr lang="en-GB" b="1" dirty="0">
            <a:latin typeface="Aptos" panose="020B0004020202020204" pitchFamily="34" charset="0"/>
          </a:endParaRPr>
        </a:p>
      </dgm:t>
    </dgm:pt>
    <dgm:pt modelId="{F42BCCB9-EC8E-414F-B96E-2DCD5C97BC3B}" type="parTrans" cxnId="{6449E399-CCCB-C345-9E96-60CC22E9D93B}">
      <dgm:prSet/>
      <dgm:spPr/>
      <dgm:t>
        <a:bodyPr/>
        <a:lstStyle/>
        <a:p>
          <a:endParaRPr lang="en-GB"/>
        </a:p>
      </dgm:t>
    </dgm:pt>
    <dgm:pt modelId="{E104C625-57C9-4047-A3C8-EF96E72B2968}" type="sibTrans" cxnId="{6449E399-CCCB-C345-9E96-60CC22E9D93B}">
      <dgm:prSet/>
      <dgm:spPr/>
      <dgm:t>
        <a:bodyPr/>
        <a:lstStyle/>
        <a:p>
          <a:endParaRPr lang="en-GB"/>
        </a:p>
      </dgm:t>
    </dgm:pt>
    <dgm:pt modelId="{EF24DC47-3D60-944E-910D-EA3FD0464B3E}">
      <dgm:prSet/>
      <dgm:spPr/>
      <dgm:t>
        <a:bodyPr/>
        <a:lstStyle/>
        <a:p>
          <a:pPr>
            <a:buNone/>
          </a:pPr>
          <a:r>
            <a:rPr lang="en-IN" b="1" i="0" u="none" dirty="0">
              <a:latin typeface="Aptos" panose="020B0004020202020204" pitchFamily="34" charset="0"/>
            </a:rPr>
            <a:t>MARKET STATE ENCODING</a:t>
          </a:r>
        </a:p>
      </dgm:t>
    </dgm:pt>
    <dgm:pt modelId="{AD2D868A-B050-3A46-BB60-BB7A84D090CD}" type="parTrans" cxnId="{A94B9E03-0C46-0840-A53E-3BD20767CF77}">
      <dgm:prSet/>
      <dgm:spPr/>
      <dgm:t>
        <a:bodyPr/>
        <a:lstStyle/>
        <a:p>
          <a:endParaRPr lang="en-GB"/>
        </a:p>
      </dgm:t>
    </dgm:pt>
    <dgm:pt modelId="{B0BCC70A-A6D6-2442-8B4E-1DA7C8E7329C}" type="sibTrans" cxnId="{A94B9E03-0C46-0840-A53E-3BD20767CF77}">
      <dgm:prSet/>
      <dgm:spPr/>
      <dgm:t>
        <a:bodyPr/>
        <a:lstStyle/>
        <a:p>
          <a:endParaRPr lang="en-GB"/>
        </a:p>
      </dgm:t>
    </dgm:pt>
    <dgm:pt modelId="{706DFFD8-07BA-6E43-9090-BBC897CA7853}">
      <dgm:prSet phldrT="[Text]" custT="1"/>
      <dgm:spPr/>
      <dgm:t>
        <a:bodyPr/>
        <a:lstStyle/>
        <a:p>
          <a:pPr>
            <a:buNone/>
          </a:pPr>
          <a:r>
            <a:rPr lang="en-IN" sz="1400" b="0" i="0" u="none" dirty="0">
              <a:latin typeface="Aptos" panose="020B0004020202020204" pitchFamily="34" charset="0"/>
            </a:rPr>
            <a:t>Directional entries &amp; exits with controlled exposure</a:t>
          </a:r>
          <a:endParaRPr lang="en-GB" sz="1400" b="1" dirty="0">
            <a:latin typeface="Aptos" panose="020B0004020202020204" pitchFamily="34" charset="0"/>
          </a:endParaRPr>
        </a:p>
      </dgm:t>
    </dgm:pt>
    <dgm:pt modelId="{36F45F13-0520-8B40-989B-640F415B36DA}" type="parTrans" cxnId="{E4B2123C-99E8-9B4C-94DC-2C70CE42EE16}">
      <dgm:prSet/>
      <dgm:spPr/>
      <dgm:t>
        <a:bodyPr/>
        <a:lstStyle/>
        <a:p>
          <a:endParaRPr lang="en-GB"/>
        </a:p>
      </dgm:t>
    </dgm:pt>
    <dgm:pt modelId="{E10CBF48-6694-1443-8799-0D8F98256C01}" type="sibTrans" cxnId="{E4B2123C-99E8-9B4C-94DC-2C70CE42EE16}">
      <dgm:prSet/>
      <dgm:spPr/>
      <dgm:t>
        <a:bodyPr/>
        <a:lstStyle/>
        <a:p>
          <a:endParaRPr lang="en-GB"/>
        </a:p>
      </dgm:t>
    </dgm:pt>
    <dgm:pt modelId="{775AEEBB-9172-4E42-84ED-73D6DD61A639}" type="pres">
      <dgm:prSet presAssocID="{E4FC0A54-BA82-C04C-A973-54569F86BF17}" presName="Name0" presStyleCnt="0">
        <dgm:presLayoutVars>
          <dgm:dir/>
          <dgm:animLvl val="lvl"/>
          <dgm:resizeHandles val="exact"/>
        </dgm:presLayoutVars>
      </dgm:prSet>
      <dgm:spPr/>
    </dgm:pt>
    <dgm:pt modelId="{C17B4166-3126-494A-B4C7-3B3AF511D0C7}" type="pres">
      <dgm:prSet presAssocID="{6CC5FAF8-8BC9-734A-A38E-01B18D7C72D9}" presName="boxAndChildren" presStyleCnt="0"/>
      <dgm:spPr/>
    </dgm:pt>
    <dgm:pt modelId="{69CA22E2-E5CD-364B-BD5E-68AA82976E4F}" type="pres">
      <dgm:prSet presAssocID="{6CC5FAF8-8BC9-734A-A38E-01B18D7C72D9}" presName="parentTextBox" presStyleLbl="node1" presStyleIdx="0" presStyleCnt="5"/>
      <dgm:spPr/>
    </dgm:pt>
    <dgm:pt modelId="{7E926D84-890C-7C47-B3C3-7E5F034396AA}" type="pres">
      <dgm:prSet presAssocID="{6CC5FAF8-8BC9-734A-A38E-01B18D7C72D9}" presName="entireBox" presStyleLbl="node1" presStyleIdx="0" presStyleCnt="5"/>
      <dgm:spPr/>
    </dgm:pt>
    <dgm:pt modelId="{A3AF504A-E87B-EE41-8C60-32F7D3E6844D}" type="pres">
      <dgm:prSet presAssocID="{6CC5FAF8-8BC9-734A-A38E-01B18D7C72D9}" presName="descendantBox" presStyleCnt="0"/>
      <dgm:spPr/>
    </dgm:pt>
    <dgm:pt modelId="{1130A289-B34D-924E-9A74-F734A127D39D}" type="pres">
      <dgm:prSet presAssocID="{706DFFD8-07BA-6E43-9090-BBC897CA7853}" presName="childTextBox" presStyleLbl="fgAccFollowNode1" presStyleIdx="0" presStyleCnt="5">
        <dgm:presLayoutVars>
          <dgm:bulletEnabled val="1"/>
        </dgm:presLayoutVars>
      </dgm:prSet>
      <dgm:spPr/>
    </dgm:pt>
    <dgm:pt modelId="{B1BF4B04-C504-3541-8A6F-AE0AED08C852}" type="pres">
      <dgm:prSet presAssocID="{0187C512-D138-3E49-963E-00B4BC11CD90}" presName="sp" presStyleCnt="0"/>
      <dgm:spPr/>
    </dgm:pt>
    <dgm:pt modelId="{2D1F4B64-D750-CF4A-A341-F9B80D017A71}" type="pres">
      <dgm:prSet presAssocID="{9F3DA711-EC83-424B-A4B0-E35389FFA2CA}" presName="arrowAndChildren" presStyleCnt="0"/>
      <dgm:spPr/>
    </dgm:pt>
    <dgm:pt modelId="{B6C89D3D-801C-754B-AAC1-96EA18E7B416}" type="pres">
      <dgm:prSet presAssocID="{9F3DA711-EC83-424B-A4B0-E35389FFA2CA}" presName="parentTextArrow" presStyleLbl="node1" presStyleIdx="0" presStyleCnt="5"/>
      <dgm:spPr/>
    </dgm:pt>
    <dgm:pt modelId="{97CA98BD-071D-4044-98B6-037A9E2A77AB}" type="pres">
      <dgm:prSet presAssocID="{9F3DA711-EC83-424B-A4B0-E35389FFA2CA}" presName="arrow" presStyleLbl="node1" presStyleIdx="1" presStyleCnt="5"/>
      <dgm:spPr/>
    </dgm:pt>
    <dgm:pt modelId="{42F759E6-5E29-244B-B9E4-F8ABFA2D1EB5}" type="pres">
      <dgm:prSet presAssocID="{9F3DA711-EC83-424B-A4B0-E35389FFA2CA}" presName="descendantArrow" presStyleCnt="0"/>
      <dgm:spPr/>
    </dgm:pt>
    <dgm:pt modelId="{86F36939-E5C8-E14A-A533-DB4DBC155B7F}" type="pres">
      <dgm:prSet presAssocID="{862D4CF5-C244-5A40-9A08-768758BE32A0}" presName="childTextArrow" presStyleLbl="fgAccFollowNode1" presStyleIdx="1" presStyleCnt="5">
        <dgm:presLayoutVars>
          <dgm:bulletEnabled val="1"/>
        </dgm:presLayoutVars>
      </dgm:prSet>
      <dgm:spPr/>
    </dgm:pt>
    <dgm:pt modelId="{AD9C8630-796E-5040-868A-1B5EDD297BEE}" type="pres">
      <dgm:prSet presAssocID="{05127FC4-DC67-F14F-AF58-D98668AFBE1E}" presName="sp" presStyleCnt="0"/>
      <dgm:spPr/>
    </dgm:pt>
    <dgm:pt modelId="{CF2DB85D-D4EE-0848-A0DB-C414C3FCEB69}" type="pres">
      <dgm:prSet presAssocID="{B20CDE02-97CA-054D-A550-0C2370034614}" presName="arrowAndChildren" presStyleCnt="0"/>
      <dgm:spPr/>
    </dgm:pt>
    <dgm:pt modelId="{D5497A90-9A82-1D46-BB60-632F2AA35A9B}" type="pres">
      <dgm:prSet presAssocID="{B20CDE02-97CA-054D-A550-0C2370034614}" presName="parentTextArrow" presStyleLbl="node1" presStyleIdx="1" presStyleCnt="5"/>
      <dgm:spPr/>
    </dgm:pt>
    <dgm:pt modelId="{7EEC0574-7522-4A49-81AA-2A3FE184638F}" type="pres">
      <dgm:prSet presAssocID="{B20CDE02-97CA-054D-A550-0C2370034614}" presName="arrow" presStyleLbl="node1" presStyleIdx="2" presStyleCnt="5"/>
      <dgm:spPr/>
    </dgm:pt>
    <dgm:pt modelId="{167984B8-4168-FC46-A383-EFC02345C3CB}" type="pres">
      <dgm:prSet presAssocID="{B20CDE02-97CA-054D-A550-0C2370034614}" presName="descendantArrow" presStyleCnt="0"/>
      <dgm:spPr/>
    </dgm:pt>
    <dgm:pt modelId="{4B7204EF-9531-F44E-B10D-5FD7656D60A9}" type="pres">
      <dgm:prSet presAssocID="{ACE5348A-80C0-5E40-B5A7-7624877EE131}" presName="childTextArrow" presStyleLbl="fgAccFollowNode1" presStyleIdx="2" presStyleCnt="5">
        <dgm:presLayoutVars>
          <dgm:bulletEnabled val="1"/>
        </dgm:presLayoutVars>
      </dgm:prSet>
      <dgm:spPr/>
    </dgm:pt>
    <dgm:pt modelId="{F9487E69-A766-F842-B691-A75C0AB7772E}" type="pres">
      <dgm:prSet presAssocID="{B0BCC70A-A6D6-2442-8B4E-1DA7C8E7329C}" presName="sp" presStyleCnt="0"/>
      <dgm:spPr/>
    </dgm:pt>
    <dgm:pt modelId="{FCB7E417-236D-D844-8E67-489464A7E27C}" type="pres">
      <dgm:prSet presAssocID="{EF24DC47-3D60-944E-910D-EA3FD0464B3E}" presName="arrowAndChildren" presStyleCnt="0"/>
      <dgm:spPr/>
    </dgm:pt>
    <dgm:pt modelId="{1A0E6CAB-B27D-1F40-9DBE-47A5C70E7CFF}" type="pres">
      <dgm:prSet presAssocID="{EF24DC47-3D60-944E-910D-EA3FD0464B3E}" presName="parentTextArrow" presStyleLbl="node1" presStyleIdx="2" presStyleCnt="5"/>
      <dgm:spPr/>
    </dgm:pt>
    <dgm:pt modelId="{FEE5FF9C-7581-DE44-920F-C0657AF8E715}" type="pres">
      <dgm:prSet presAssocID="{EF24DC47-3D60-944E-910D-EA3FD0464B3E}" presName="arrow" presStyleLbl="node1" presStyleIdx="3" presStyleCnt="5"/>
      <dgm:spPr/>
    </dgm:pt>
    <dgm:pt modelId="{ACE0CC70-6DDE-454E-BF7A-9D59A2B5629C}" type="pres">
      <dgm:prSet presAssocID="{EF24DC47-3D60-944E-910D-EA3FD0464B3E}" presName="descendantArrow" presStyleCnt="0"/>
      <dgm:spPr/>
    </dgm:pt>
    <dgm:pt modelId="{3BB4CBB3-AA11-8E4E-B12D-4536B3C288B5}" type="pres">
      <dgm:prSet presAssocID="{2BCF2FDE-BAF2-D045-9EB0-F6BE9A846A36}" presName="childTextArrow" presStyleLbl="fgAccFollowNode1" presStyleIdx="3" presStyleCnt="5">
        <dgm:presLayoutVars>
          <dgm:bulletEnabled val="1"/>
        </dgm:presLayoutVars>
      </dgm:prSet>
      <dgm:spPr/>
    </dgm:pt>
    <dgm:pt modelId="{4ED7D196-1820-6247-892F-87934C204AE2}" type="pres">
      <dgm:prSet presAssocID="{551C24BC-2B03-3E47-B390-51570CF3B277}" presName="sp" presStyleCnt="0"/>
      <dgm:spPr/>
    </dgm:pt>
    <dgm:pt modelId="{398C82B9-3788-3246-9AA5-85DF67739BF2}" type="pres">
      <dgm:prSet presAssocID="{CEFF8113-EE51-0647-9CC6-4438ACDECB88}" presName="arrowAndChildren" presStyleCnt="0"/>
      <dgm:spPr/>
    </dgm:pt>
    <dgm:pt modelId="{58A9460C-5E2F-5644-8277-7CD88D976DD4}" type="pres">
      <dgm:prSet presAssocID="{CEFF8113-EE51-0647-9CC6-4438ACDECB88}" presName="parentTextArrow" presStyleLbl="node1" presStyleIdx="3" presStyleCnt="5"/>
      <dgm:spPr/>
    </dgm:pt>
    <dgm:pt modelId="{508D0549-5E78-9447-8ACC-63B0EE17337E}" type="pres">
      <dgm:prSet presAssocID="{CEFF8113-EE51-0647-9CC6-4438ACDECB88}" presName="arrow" presStyleLbl="node1" presStyleIdx="4" presStyleCnt="5" custLinFactNeighborX="-38552" custLinFactNeighborY="-221"/>
      <dgm:spPr/>
    </dgm:pt>
    <dgm:pt modelId="{012D9EEA-5492-A94F-A145-CDE0D407953E}" type="pres">
      <dgm:prSet presAssocID="{CEFF8113-EE51-0647-9CC6-4438ACDECB88}" presName="descendantArrow" presStyleCnt="0"/>
      <dgm:spPr/>
    </dgm:pt>
    <dgm:pt modelId="{C1903B8C-FBC0-BA4D-BBCD-0A100114F5CA}" type="pres">
      <dgm:prSet presAssocID="{BFD427B0-ED03-5A47-9BB0-AF53A2DA995B}" presName="childTextArrow" presStyleLbl="fgAccFollowNode1" presStyleIdx="4" presStyleCnt="5" custLinFactNeighborX="50000" custLinFactNeighborY="-4208">
        <dgm:presLayoutVars>
          <dgm:bulletEnabled val="1"/>
        </dgm:presLayoutVars>
      </dgm:prSet>
      <dgm:spPr>
        <a:prstGeom prst="rect">
          <a:avLst/>
        </a:prstGeom>
      </dgm:spPr>
    </dgm:pt>
  </dgm:ptLst>
  <dgm:cxnLst>
    <dgm:cxn modelId="{31D64D00-C3D9-534A-8D21-98B124F24DE0}" type="presOf" srcId="{862D4CF5-C244-5A40-9A08-768758BE32A0}" destId="{86F36939-E5C8-E14A-A533-DB4DBC155B7F}" srcOrd="0" destOrd="0" presId="urn:microsoft.com/office/officeart/2005/8/layout/process4"/>
    <dgm:cxn modelId="{A94B9E03-0C46-0840-A53E-3BD20767CF77}" srcId="{E4FC0A54-BA82-C04C-A973-54569F86BF17}" destId="{EF24DC47-3D60-944E-910D-EA3FD0464B3E}" srcOrd="1" destOrd="0" parTransId="{AD2D868A-B050-3A46-BB60-BB7A84D090CD}" sibTransId="{B0BCC70A-A6D6-2442-8B4E-1DA7C8E7329C}"/>
    <dgm:cxn modelId="{7D0C320F-F466-D348-A4C0-3A38A318F5F3}" type="presOf" srcId="{9F3DA711-EC83-424B-A4B0-E35389FFA2CA}" destId="{97CA98BD-071D-4044-98B6-037A9E2A77AB}" srcOrd="1" destOrd="0" presId="urn:microsoft.com/office/officeart/2005/8/layout/process4"/>
    <dgm:cxn modelId="{930E9511-72BC-D04A-8186-E6E49CC5101F}" type="presOf" srcId="{B20CDE02-97CA-054D-A550-0C2370034614}" destId="{D5497A90-9A82-1D46-BB60-632F2AA35A9B}" srcOrd="0" destOrd="0" presId="urn:microsoft.com/office/officeart/2005/8/layout/process4"/>
    <dgm:cxn modelId="{8011CD23-7B13-D941-BB94-850B662A9EA5}" type="presOf" srcId="{EF24DC47-3D60-944E-910D-EA3FD0464B3E}" destId="{FEE5FF9C-7581-DE44-920F-C0657AF8E715}" srcOrd="1" destOrd="0" presId="urn:microsoft.com/office/officeart/2005/8/layout/process4"/>
    <dgm:cxn modelId="{4CA23835-7BF5-B244-80E7-5F4696E2391B}" type="presOf" srcId="{CEFF8113-EE51-0647-9CC6-4438ACDECB88}" destId="{58A9460C-5E2F-5644-8277-7CD88D976DD4}" srcOrd="0" destOrd="0" presId="urn:microsoft.com/office/officeart/2005/8/layout/process4"/>
    <dgm:cxn modelId="{F76F913B-B03F-CF42-8A1B-811621C425F9}" srcId="{CEFF8113-EE51-0647-9CC6-4438ACDECB88}" destId="{BFD427B0-ED03-5A47-9BB0-AF53A2DA995B}" srcOrd="0" destOrd="0" parTransId="{049FCEF9-1DB1-604E-87B0-98B74B2FDD63}" sibTransId="{5D857DA7-CC77-1042-A69D-02A1F0F63692}"/>
    <dgm:cxn modelId="{E4B2123C-99E8-9B4C-94DC-2C70CE42EE16}" srcId="{6CC5FAF8-8BC9-734A-A38E-01B18D7C72D9}" destId="{706DFFD8-07BA-6E43-9090-BBC897CA7853}" srcOrd="0" destOrd="0" parTransId="{36F45F13-0520-8B40-989B-640F415B36DA}" sibTransId="{E10CBF48-6694-1443-8799-0D8F98256C01}"/>
    <dgm:cxn modelId="{B6507D5D-54C4-2342-9AF3-C553D70E7AE7}" srcId="{E4FC0A54-BA82-C04C-A973-54569F86BF17}" destId="{CEFF8113-EE51-0647-9CC6-4438ACDECB88}" srcOrd="0" destOrd="0" parTransId="{CDD575D1-45B0-024F-A91A-FBA5DFE3C1E7}" sibTransId="{551C24BC-2B03-3E47-B390-51570CF3B277}"/>
    <dgm:cxn modelId="{7DF4F95F-398C-9B41-BC77-74E5E526A81E}" type="presOf" srcId="{706DFFD8-07BA-6E43-9090-BBC897CA7853}" destId="{1130A289-B34D-924E-9A74-F734A127D39D}" srcOrd="0" destOrd="0" presId="urn:microsoft.com/office/officeart/2005/8/layout/process4"/>
    <dgm:cxn modelId="{96A7B863-F3BB-6544-B52C-73C24470C4E2}" srcId="{9F3DA711-EC83-424B-A4B0-E35389FFA2CA}" destId="{862D4CF5-C244-5A40-9A08-768758BE32A0}" srcOrd="0" destOrd="0" parTransId="{F3BCEAD9-DBEF-184C-A92A-08FB958BD987}" sibTransId="{653D68B5-3ACB-1E4B-BCF3-25321107E437}"/>
    <dgm:cxn modelId="{9E4D5546-E600-0042-8B77-44770E62C8CC}" type="presOf" srcId="{9F3DA711-EC83-424B-A4B0-E35389FFA2CA}" destId="{B6C89D3D-801C-754B-AAC1-96EA18E7B416}" srcOrd="0" destOrd="0" presId="urn:microsoft.com/office/officeart/2005/8/layout/process4"/>
    <dgm:cxn modelId="{FA719F4B-2BE7-4845-9CBA-931743C67BB4}" type="presOf" srcId="{2BCF2FDE-BAF2-D045-9EB0-F6BE9A846A36}" destId="{3BB4CBB3-AA11-8E4E-B12D-4536B3C288B5}" srcOrd="0" destOrd="0" presId="urn:microsoft.com/office/officeart/2005/8/layout/process4"/>
    <dgm:cxn modelId="{F14D7656-27BF-7C41-88E7-FDB9A9E280A2}" type="presOf" srcId="{6CC5FAF8-8BC9-734A-A38E-01B18D7C72D9}" destId="{7E926D84-890C-7C47-B3C3-7E5F034396AA}" srcOrd="1" destOrd="0" presId="urn:microsoft.com/office/officeart/2005/8/layout/process4"/>
    <dgm:cxn modelId="{4C104077-9F0E-4444-9D38-9A0D421673E9}" type="presOf" srcId="{ACE5348A-80C0-5E40-B5A7-7624877EE131}" destId="{4B7204EF-9531-F44E-B10D-5FD7656D60A9}" srcOrd="0" destOrd="0" presId="urn:microsoft.com/office/officeart/2005/8/layout/process4"/>
    <dgm:cxn modelId="{AC299D86-BDB6-A543-897B-E138CE6A7E5D}" srcId="{E4FC0A54-BA82-C04C-A973-54569F86BF17}" destId="{B20CDE02-97CA-054D-A550-0C2370034614}" srcOrd="2" destOrd="0" parTransId="{AB7762CA-8B55-384D-9905-222E8025F597}" sibTransId="{05127FC4-DC67-F14F-AF58-D98668AFBE1E}"/>
    <dgm:cxn modelId="{FA2F7B87-08A0-D84A-9299-678003254D05}" srcId="{E4FC0A54-BA82-C04C-A973-54569F86BF17}" destId="{9F3DA711-EC83-424B-A4B0-E35389FFA2CA}" srcOrd="3" destOrd="0" parTransId="{43797D00-2317-AA48-9272-DC78CB175941}" sibTransId="{0187C512-D138-3E49-963E-00B4BC11CD90}"/>
    <dgm:cxn modelId="{0F8EEF91-43C7-614E-9F1D-8D069E46AC78}" srcId="{EF24DC47-3D60-944E-910D-EA3FD0464B3E}" destId="{2BCF2FDE-BAF2-D045-9EB0-F6BE9A846A36}" srcOrd="0" destOrd="0" parTransId="{232093C4-E22D-9E49-A775-97FA7437664D}" sibTransId="{F4BBC26D-EA0C-6549-A74A-52EBD92B7240}"/>
    <dgm:cxn modelId="{6449E399-CCCB-C345-9E96-60CC22E9D93B}" srcId="{E4FC0A54-BA82-C04C-A973-54569F86BF17}" destId="{6CC5FAF8-8BC9-734A-A38E-01B18D7C72D9}" srcOrd="4" destOrd="0" parTransId="{F42BCCB9-EC8E-414F-B96E-2DCD5C97BC3B}" sibTransId="{E104C625-57C9-4047-A3C8-EF96E72B2968}"/>
    <dgm:cxn modelId="{C48EB8A1-9DE1-074C-99D2-B26D145B161C}" srcId="{B20CDE02-97CA-054D-A550-0C2370034614}" destId="{ACE5348A-80C0-5E40-B5A7-7624877EE131}" srcOrd="0" destOrd="0" parTransId="{8C3B8E1D-CDD0-1A42-B251-52BE22422FA6}" sibTransId="{22247BC1-6191-894F-B1D3-B99FA06B6236}"/>
    <dgm:cxn modelId="{EA17F8A3-6FA9-7347-87DB-C0B099AB4F32}" type="presOf" srcId="{EF24DC47-3D60-944E-910D-EA3FD0464B3E}" destId="{1A0E6CAB-B27D-1F40-9DBE-47A5C70E7CFF}" srcOrd="0" destOrd="0" presId="urn:microsoft.com/office/officeart/2005/8/layout/process4"/>
    <dgm:cxn modelId="{428BDEAD-03F4-374F-82BE-91DC3406E910}" type="presOf" srcId="{B20CDE02-97CA-054D-A550-0C2370034614}" destId="{7EEC0574-7522-4A49-81AA-2A3FE184638F}" srcOrd="1" destOrd="0" presId="urn:microsoft.com/office/officeart/2005/8/layout/process4"/>
    <dgm:cxn modelId="{07BDF4B2-F467-814A-B733-6E73C424DAE1}" type="presOf" srcId="{E4FC0A54-BA82-C04C-A973-54569F86BF17}" destId="{775AEEBB-9172-4E42-84ED-73D6DD61A639}" srcOrd="0" destOrd="0" presId="urn:microsoft.com/office/officeart/2005/8/layout/process4"/>
    <dgm:cxn modelId="{577565EE-E496-B946-A5E6-C4E0135D6D63}" type="presOf" srcId="{BFD427B0-ED03-5A47-9BB0-AF53A2DA995B}" destId="{C1903B8C-FBC0-BA4D-BBCD-0A100114F5CA}" srcOrd="0" destOrd="0" presId="urn:microsoft.com/office/officeart/2005/8/layout/process4"/>
    <dgm:cxn modelId="{555C0DF0-3D50-3E4A-BA32-7A28FD9C5919}" type="presOf" srcId="{6CC5FAF8-8BC9-734A-A38E-01B18D7C72D9}" destId="{69CA22E2-E5CD-364B-BD5E-68AA82976E4F}" srcOrd="0" destOrd="0" presId="urn:microsoft.com/office/officeart/2005/8/layout/process4"/>
    <dgm:cxn modelId="{6B3E1FF1-4E01-5542-B140-5F075E00E940}" type="presOf" srcId="{CEFF8113-EE51-0647-9CC6-4438ACDECB88}" destId="{508D0549-5E78-9447-8ACC-63B0EE17337E}" srcOrd="1" destOrd="0" presId="urn:microsoft.com/office/officeart/2005/8/layout/process4"/>
    <dgm:cxn modelId="{4AACE63C-59AE-084D-BADF-F91B6861048D}" type="presParOf" srcId="{775AEEBB-9172-4E42-84ED-73D6DD61A639}" destId="{C17B4166-3126-494A-B4C7-3B3AF511D0C7}" srcOrd="0" destOrd="0" presId="urn:microsoft.com/office/officeart/2005/8/layout/process4"/>
    <dgm:cxn modelId="{5BC0E251-0CF8-304B-9270-BDADA8B36AA1}" type="presParOf" srcId="{C17B4166-3126-494A-B4C7-3B3AF511D0C7}" destId="{69CA22E2-E5CD-364B-BD5E-68AA82976E4F}" srcOrd="0" destOrd="0" presId="urn:microsoft.com/office/officeart/2005/8/layout/process4"/>
    <dgm:cxn modelId="{1A598E33-F9FE-0D42-9687-002261B008F7}" type="presParOf" srcId="{C17B4166-3126-494A-B4C7-3B3AF511D0C7}" destId="{7E926D84-890C-7C47-B3C3-7E5F034396AA}" srcOrd="1" destOrd="0" presId="urn:microsoft.com/office/officeart/2005/8/layout/process4"/>
    <dgm:cxn modelId="{7EC13F93-A728-7A4B-9B57-ABB51034ACED}" type="presParOf" srcId="{C17B4166-3126-494A-B4C7-3B3AF511D0C7}" destId="{A3AF504A-E87B-EE41-8C60-32F7D3E6844D}" srcOrd="2" destOrd="0" presId="urn:microsoft.com/office/officeart/2005/8/layout/process4"/>
    <dgm:cxn modelId="{769DAA5E-CBAA-764C-8051-BF067B20BA9F}" type="presParOf" srcId="{A3AF504A-E87B-EE41-8C60-32F7D3E6844D}" destId="{1130A289-B34D-924E-9A74-F734A127D39D}" srcOrd="0" destOrd="0" presId="urn:microsoft.com/office/officeart/2005/8/layout/process4"/>
    <dgm:cxn modelId="{BEC16C0B-741B-7440-B0D7-1C8262DA4B88}" type="presParOf" srcId="{775AEEBB-9172-4E42-84ED-73D6DD61A639}" destId="{B1BF4B04-C504-3541-8A6F-AE0AED08C852}" srcOrd="1" destOrd="0" presId="urn:microsoft.com/office/officeart/2005/8/layout/process4"/>
    <dgm:cxn modelId="{56239937-DE3D-604A-B9CE-1E3D35E18078}" type="presParOf" srcId="{775AEEBB-9172-4E42-84ED-73D6DD61A639}" destId="{2D1F4B64-D750-CF4A-A341-F9B80D017A71}" srcOrd="2" destOrd="0" presId="urn:microsoft.com/office/officeart/2005/8/layout/process4"/>
    <dgm:cxn modelId="{ED440AD7-8DC1-DD4A-937B-602DB522B29C}" type="presParOf" srcId="{2D1F4B64-D750-CF4A-A341-F9B80D017A71}" destId="{B6C89D3D-801C-754B-AAC1-96EA18E7B416}" srcOrd="0" destOrd="0" presId="urn:microsoft.com/office/officeart/2005/8/layout/process4"/>
    <dgm:cxn modelId="{7346AD40-5CDB-EB4F-9ACB-0CFF1C561A11}" type="presParOf" srcId="{2D1F4B64-D750-CF4A-A341-F9B80D017A71}" destId="{97CA98BD-071D-4044-98B6-037A9E2A77AB}" srcOrd="1" destOrd="0" presId="urn:microsoft.com/office/officeart/2005/8/layout/process4"/>
    <dgm:cxn modelId="{3981A56B-7E8D-AD4C-9CF5-F2FAAF6403EB}" type="presParOf" srcId="{2D1F4B64-D750-CF4A-A341-F9B80D017A71}" destId="{42F759E6-5E29-244B-B9E4-F8ABFA2D1EB5}" srcOrd="2" destOrd="0" presId="urn:microsoft.com/office/officeart/2005/8/layout/process4"/>
    <dgm:cxn modelId="{94340691-A2DE-6645-9661-296BA244C32F}" type="presParOf" srcId="{42F759E6-5E29-244B-B9E4-F8ABFA2D1EB5}" destId="{86F36939-E5C8-E14A-A533-DB4DBC155B7F}" srcOrd="0" destOrd="0" presId="urn:microsoft.com/office/officeart/2005/8/layout/process4"/>
    <dgm:cxn modelId="{149B82E0-C4CF-E84B-A75E-B111031E0307}" type="presParOf" srcId="{775AEEBB-9172-4E42-84ED-73D6DD61A639}" destId="{AD9C8630-796E-5040-868A-1B5EDD297BEE}" srcOrd="3" destOrd="0" presId="urn:microsoft.com/office/officeart/2005/8/layout/process4"/>
    <dgm:cxn modelId="{442E9831-DC09-6F40-AA5E-4FF9B90868AC}" type="presParOf" srcId="{775AEEBB-9172-4E42-84ED-73D6DD61A639}" destId="{CF2DB85D-D4EE-0848-A0DB-C414C3FCEB69}" srcOrd="4" destOrd="0" presId="urn:microsoft.com/office/officeart/2005/8/layout/process4"/>
    <dgm:cxn modelId="{6CD762D7-E8B6-2042-BEB8-D3D4BADB7F5B}" type="presParOf" srcId="{CF2DB85D-D4EE-0848-A0DB-C414C3FCEB69}" destId="{D5497A90-9A82-1D46-BB60-632F2AA35A9B}" srcOrd="0" destOrd="0" presId="urn:microsoft.com/office/officeart/2005/8/layout/process4"/>
    <dgm:cxn modelId="{867369ED-90CB-2E4A-984D-DB92DB8DE6DF}" type="presParOf" srcId="{CF2DB85D-D4EE-0848-A0DB-C414C3FCEB69}" destId="{7EEC0574-7522-4A49-81AA-2A3FE184638F}" srcOrd="1" destOrd="0" presId="urn:microsoft.com/office/officeart/2005/8/layout/process4"/>
    <dgm:cxn modelId="{BB883E14-935A-1A45-950D-36A9BDFDAC2A}" type="presParOf" srcId="{CF2DB85D-D4EE-0848-A0DB-C414C3FCEB69}" destId="{167984B8-4168-FC46-A383-EFC02345C3CB}" srcOrd="2" destOrd="0" presId="urn:microsoft.com/office/officeart/2005/8/layout/process4"/>
    <dgm:cxn modelId="{CED66935-3953-0246-8AFA-A38E992835E8}" type="presParOf" srcId="{167984B8-4168-FC46-A383-EFC02345C3CB}" destId="{4B7204EF-9531-F44E-B10D-5FD7656D60A9}" srcOrd="0" destOrd="0" presId="urn:microsoft.com/office/officeart/2005/8/layout/process4"/>
    <dgm:cxn modelId="{AFF26F4C-4332-CF48-B524-BEC959D9A054}" type="presParOf" srcId="{775AEEBB-9172-4E42-84ED-73D6DD61A639}" destId="{F9487E69-A766-F842-B691-A75C0AB7772E}" srcOrd="5" destOrd="0" presId="urn:microsoft.com/office/officeart/2005/8/layout/process4"/>
    <dgm:cxn modelId="{98217595-1D2D-4A42-96EF-24E88948F780}" type="presParOf" srcId="{775AEEBB-9172-4E42-84ED-73D6DD61A639}" destId="{FCB7E417-236D-D844-8E67-489464A7E27C}" srcOrd="6" destOrd="0" presId="urn:microsoft.com/office/officeart/2005/8/layout/process4"/>
    <dgm:cxn modelId="{4E29678B-5D44-6744-8AE7-5C5DDAE489EC}" type="presParOf" srcId="{FCB7E417-236D-D844-8E67-489464A7E27C}" destId="{1A0E6CAB-B27D-1F40-9DBE-47A5C70E7CFF}" srcOrd="0" destOrd="0" presId="urn:microsoft.com/office/officeart/2005/8/layout/process4"/>
    <dgm:cxn modelId="{DA8C8BA4-C670-0941-BC86-ED494B3C8942}" type="presParOf" srcId="{FCB7E417-236D-D844-8E67-489464A7E27C}" destId="{FEE5FF9C-7581-DE44-920F-C0657AF8E715}" srcOrd="1" destOrd="0" presId="urn:microsoft.com/office/officeart/2005/8/layout/process4"/>
    <dgm:cxn modelId="{33ACABE1-3B16-7143-8B9F-2C0FD2BB4534}" type="presParOf" srcId="{FCB7E417-236D-D844-8E67-489464A7E27C}" destId="{ACE0CC70-6DDE-454E-BF7A-9D59A2B5629C}" srcOrd="2" destOrd="0" presId="urn:microsoft.com/office/officeart/2005/8/layout/process4"/>
    <dgm:cxn modelId="{CBCD74A5-2472-1D47-B8C1-8A202FD2C5F8}" type="presParOf" srcId="{ACE0CC70-6DDE-454E-BF7A-9D59A2B5629C}" destId="{3BB4CBB3-AA11-8E4E-B12D-4536B3C288B5}" srcOrd="0" destOrd="0" presId="urn:microsoft.com/office/officeart/2005/8/layout/process4"/>
    <dgm:cxn modelId="{87042840-2948-F543-9A00-2605DDFF22B0}" type="presParOf" srcId="{775AEEBB-9172-4E42-84ED-73D6DD61A639}" destId="{4ED7D196-1820-6247-892F-87934C204AE2}" srcOrd="7" destOrd="0" presId="urn:microsoft.com/office/officeart/2005/8/layout/process4"/>
    <dgm:cxn modelId="{CABB34B4-FDE6-0242-9FED-FEEB20EDDA36}" type="presParOf" srcId="{775AEEBB-9172-4E42-84ED-73D6DD61A639}" destId="{398C82B9-3788-3246-9AA5-85DF67739BF2}" srcOrd="8" destOrd="0" presId="urn:microsoft.com/office/officeart/2005/8/layout/process4"/>
    <dgm:cxn modelId="{A7619FCD-E0A2-7C48-B3EE-C3D579202A06}" type="presParOf" srcId="{398C82B9-3788-3246-9AA5-85DF67739BF2}" destId="{58A9460C-5E2F-5644-8277-7CD88D976DD4}" srcOrd="0" destOrd="0" presId="urn:microsoft.com/office/officeart/2005/8/layout/process4"/>
    <dgm:cxn modelId="{9A931F72-32D0-2842-B61C-7395968241F2}" type="presParOf" srcId="{398C82B9-3788-3246-9AA5-85DF67739BF2}" destId="{508D0549-5E78-9447-8ACC-63B0EE17337E}" srcOrd="1" destOrd="0" presId="urn:microsoft.com/office/officeart/2005/8/layout/process4"/>
    <dgm:cxn modelId="{D300675E-BE27-B341-8D9D-2523D2B33DE9}" type="presParOf" srcId="{398C82B9-3788-3246-9AA5-85DF67739BF2}" destId="{012D9EEA-5492-A94F-A145-CDE0D407953E}" srcOrd="2" destOrd="0" presId="urn:microsoft.com/office/officeart/2005/8/layout/process4"/>
    <dgm:cxn modelId="{DACD3BD5-F847-824D-80E9-C5E48B8E5CB9}" type="presParOf" srcId="{012D9EEA-5492-A94F-A145-CDE0D407953E}" destId="{C1903B8C-FBC0-BA4D-BBCD-0A100114F5CA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952373-AB9B-9E47-95A4-7D515C5ED1BD}" type="doc">
      <dgm:prSet loTypeId="urn:microsoft.com/office/officeart/2005/8/layout/hList3" loCatId="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en-GB"/>
        </a:p>
      </dgm:t>
    </dgm:pt>
    <dgm:pt modelId="{EA4638D6-AF5A-A14C-AE87-194C64CBA27D}">
      <dgm:prSet phldrT="[Text]" phldr="1"/>
      <dgm:spPr/>
      <dgm:t>
        <a:bodyPr/>
        <a:lstStyle/>
        <a:p>
          <a:endParaRPr lang="en-GB" dirty="0"/>
        </a:p>
      </dgm:t>
    </dgm:pt>
    <dgm:pt modelId="{18A1CD52-917A-444F-9DAC-06DCC0C36DD3}" type="parTrans" cxnId="{79FC7C74-34F7-6743-B40A-76E08B588EAD}">
      <dgm:prSet/>
      <dgm:spPr/>
      <dgm:t>
        <a:bodyPr/>
        <a:lstStyle/>
        <a:p>
          <a:endParaRPr lang="en-GB"/>
        </a:p>
      </dgm:t>
    </dgm:pt>
    <dgm:pt modelId="{C734F035-2220-DC42-B598-CEE3CD07CBC8}" type="sibTrans" cxnId="{79FC7C74-34F7-6743-B40A-76E08B588EAD}">
      <dgm:prSet/>
      <dgm:spPr/>
      <dgm:t>
        <a:bodyPr/>
        <a:lstStyle/>
        <a:p>
          <a:endParaRPr lang="en-GB"/>
        </a:p>
      </dgm:t>
    </dgm:pt>
    <dgm:pt modelId="{FC903BAB-3310-8849-85D5-857BAD81263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1" dirty="0">
              <a:latin typeface="+mj-lt"/>
            </a:rPr>
            <a:t>TRADE DIRECTION</a:t>
          </a:r>
        </a:p>
        <a:p>
          <a:pPr>
            <a:buFont typeface="Arial" panose="020B0604020202020204" pitchFamily="34" charset="0"/>
            <a:buChar char="•"/>
          </a:pPr>
          <a:endParaRPr lang="en-GB" b="1" dirty="0"/>
        </a:p>
        <a:p>
          <a:pPr>
            <a:buFont typeface="Arial" panose="020B0604020202020204" pitchFamily="34" charset="0"/>
            <a:buChar char="•"/>
          </a:pPr>
          <a:endParaRPr lang="en-GB" b="1" dirty="0"/>
        </a:p>
        <a:p>
          <a:pPr>
            <a:buFont typeface="Arial" panose="020B0604020202020204" pitchFamily="34" charset="0"/>
            <a:buChar char="•"/>
          </a:pPr>
          <a:endParaRPr lang="en-GB" b="1" dirty="0"/>
        </a:p>
        <a:p>
          <a:pPr>
            <a:buFont typeface="Arial" panose="020B0604020202020204" pitchFamily="34" charset="0"/>
            <a:buChar char="•"/>
          </a:pPr>
          <a:endParaRPr lang="en-GB" b="1" dirty="0"/>
        </a:p>
        <a:p>
          <a:pPr>
            <a:buFont typeface="Arial" panose="020B0604020202020204" pitchFamily="34" charset="0"/>
            <a:buChar char="•"/>
          </a:pPr>
          <a:endParaRPr lang="en-GB" b="1" dirty="0"/>
        </a:p>
        <a:p>
          <a:pPr>
            <a:buFont typeface="Arial" panose="020B0604020202020204" pitchFamily="34" charset="0"/>
            <a:buChar char="•"/>
          </a:pPr>
          <a:endParaRPr lang="en-GB" b="1" dirty="0"/>
        </a:p>
        <a:p>
          <a:pPr>
            <a:buFont typeface="Arial" panose="020B0604020202020204" pitchFamily="34" charset="0"/>
            <a:buChar char="•"/>
          </a:pPr>
          <a:endParaRPr lang="en-GB" b="1" dirty="0"/>
        </a:p>
      </dgm:t>
    </dgm:pt>
    <dgm:pt modelId="{AE749C67-D45E-5D49-AEF3-695C30242D0B}" type="parTrans" cxnId="{EEA4B492-6D89-7C46-9724-4EBE696E3BB8}">
      <dgm:prSet/>
      <dgm:spPr/>
      <dgm:t>
        <a:bodyPr/>
        <a:lstStyle/>
        <a:p>
          <a:endParaRPr lang="en-GB"/>
        </a:p>
      </dgm:t>
    </dgm:pt>
    <dgm:pt modelId="{70F67144-E621-8343-8293-7616E5DD27FB}" type="sibTrans" cxnId="{EEA4B492-6D89-7C46-9724-4EBE696E3BB8}">
      <dgm:prSet/>
      <dgm:spPr/>
      <dgm:t>
        <a:bodyPr/>
        <a:lstStyle/>
        <a:p>
          <a:endParaRPr lang="en-GB"/>
        </a:p>
      </dgm:t>
    </dgm:pt>
    <dgm:pt modelId="{DE51758F-3294-674C-A93F-8278618530BB}">
      <dgm:prSet phldrT="[Text]"/>
      <dgm:spPr/>
      <dgm:t>
        <a:bodyPr/>
        <a:lstStyle/>
        <a:p>
          <a:r>
            <a:rPr lang="en-GB" b="1" dirty="0">
              <a:latin typeface="+mj-lt"/>
            </a:rPr>
            <a:t>ENTRY CONDITIONS</a:t>
          </a:r>
        </a:p>
        <a:p>
          <a:endParaRPr lang="en-GB" b="1" dirty="0">
            <a:latin typeface="+mj-lt"/>
          </a:endParaRPr>
        </a:p>
        <a:p>
          <a:endParaRPr lang="en-GB" b="1" dirty="0">
            <a:latin typeface="+mj-lt"/>
          </a:endParaRPr>
        </a:p>
        <a:p>
          <a:endParaRPr lang="en-GB" b="1" dirty="0">
            <a:latin typeface="+mj-lt"/>
          </a:endParaRPr>
        </a:p>
        <a:p>
          <a:endParaRPr lang="en-GB" b="1" dirty="0">
            <a:latin typeface="+mj-lt"/>
          </a:endParaRPr>
        </a:p>
        <a:p>
          <a:endParaRPr lang="en-GB" b="1" dirty="0">
            <a:latin typeface="+mj-lt"/>
          </a:endParaRPr>
        </a:p>
        <a:p>
          <a:endParaRPr lang="en-GB" b="1" dirty="0">
            <a:latin typeface="+mj-lt"/>
          </a:endParaRPr>
        </a:p>
        <a:p>
          <a:endParaRPr lang="en-IN" b="1" i="0" u="none" dirty="0">
            <a:latin typeface="+mj-lt"/>
          </a:endParaRPr>
        </a:p>
      </dgm:t>
    </dgm:pt>
    <dgm:pt modelId="{A746F6F1-B944-FB4A-8952-78BF16FA46A9}" type="parTrans" cxnId="{373ED6B6-E711-F042-8C65-61D02CE9BDB0}">
      <dgm:prSet/>
      <dgm:spPr/>
      <dgm:t>
        <a:bodyPr/>
        <a:lstStyle/>
        <a:p>
          <a:endParaRPr lang="en-GB"/>
        </a:p>
      </dgm:t>
    </dgm:pt>
    <dgm:pt modelId="{EF44C0B5-9FFE-7245-8930-EB8B2A305EA8}" type="sibTrans" cxnId="{373ED6B6-E711-F042-8C65-61D02CE9BDB0}">
      <dgm:prSet/>
      <dgm:spPr/>
      <dgm:t>
        <a:bodyPr/>
        <a:lstStyle/>
        <a:p>
          <a:endParaRPr lang="en-GB"/>
        </a:p>
      </dgm:t>
    </dgm:pt>
    <dgm:pt modelId="{7357F000-6AD7-0849-8742-B283A6999458}">
      <dgm:prSet phldrT="[Text]"/>
      <dgm:spPr/>
      <dgm:t>
        <a:bodyPr/>
        <a:lstStyle/>
        <a:p>
          <a:r>
            <a:rPr lang="en-GB" b="1" dirty="0">
              <a:latin typeface="+mj-lt"/>
            </a:rPr>
            <a:t>EXIT CONDITIONS</a:t>
          </a:r>
        </a:p>
        <a:p>
          <a:endParaRPr lang="en-GB" b="1" dirty="0">
            <a:latin typeface="+mj-lt"/>
          </a:endParaRPr>
        </a:p>
        <a:p>
          <a:endParaRPr lang="en-GB" b="1" dirty="0">
            <a:latin typeface="+mj-lt"/>
          </a:endParaRPr>
        </a:p>
        <a:p>
          <a:endParaRPr lang="en-GB" b="1" dirty="0">
            <a:latin typeface="+mj-lt"/>
          </a:endParaRPr>
        </a:p>
        <a:p>
          <a:endParaRPr lang="en-GB" b="1" dirty="0">
            <a:latin typeface="+mj-lt"/>
          </a:endParaRPr>
        </a:p>
        <a:p>
          <a:endParaRPr lang="en-GB" b="1" dirty="0">
            <a:latin typeface="+mj-lt"/>
          </a:endParaRPr>
        </a:p>
        <a:p>
          <a:endParaRPr lang="en-GB" b="1" dirty="0">
            <a:latin typeface="+mj-lt"/>
          </a:endParaRPr>
        </a:p>
        <a:p>
          <a:endParaRPr lang="en-GB" b="1" dirty="0">
            <a:latin typeface="+mj-lt"/>
          </a:endParaRPr>
        </a:p>
      </dgm:t>
    </dgm:pt>
    <dgm:pt modelId="{79DF2CEF-B7D6-4F4D-9F12-9C6492B0C85D}" type="parTrans" cxnId="{7EA1D7BB-5F8D-4440-B5B1-76823A492E33}">
      <dgm:prSet/>
      <dgm:spPr/>
      <dgm:t>
        <a:bodyPr/>
        <a:lstStyle/>
        <a:p>
          <a:endParaRPr lang="en-GB"/>
        </a:p>
      </dgm:t>
    </dgm:pt>
    <dgm:pt modelId="{1B25782C-7A33-4741-9EF2-6C67CBA1EEF0}" type="sibTrans" cxnId="{7EA1D7BB-5F8D-4440-B5B1-76823A492E33}">
      <dgm:prSet/>
      <dgm:spPr/>
      <dgm:t>
        <a:bodyPr/>
        <a:lstStyle/>
        <a:p>
          <a:endParaRPr lang="en-GB"/>
        </a:p>
      </dgm:t>
    </dgm:pt>
    <dgm:pt modelId="{1F7EB778-BF00-B444-8E5C-4EA525C5D318}" type="pres">
      <dgm:prSet presAssocID="{BE952373-AB9B-9E47-95A4-7D515C5ED1BD}" presName="composite" presStyleCnt="0">
        <dgm:presLayoutVars>
          <dgm:chMax val="1"/>
          <dgm:dir/>
          <dgm:resizeHandles val="exact"/>
        </dgm:presLayoutVars>
      </dgm:prSet>
      <dgm:spPr/>
    </dgm:pt>
    <dgm:pt modelId="{5ECD174F-8236-E54C-8A59-267773712B39}" type="pres">
      <dgm:prSet presAssocID="{EA4638D6-AF5A-A14C-AE87-194C64CBA27D}" presName="roof" presStyleLbl="dkBgShp" presStyleIdx="0" presStyleCnt="2" custLinFactNeighborX="-127" custLinFactNeighborY="-78"/>
      <dgm:spPr/>
    </dgm:pt>
    <dgm:pt modelId="{58B750D5-A3F7-D846-99F7-B6CE1850DAE2}" type="pres">
      <dgm:prSet presAssocID="{EA4638D6-AF5A-A14C-AE87-194C64CBA27D}" presName="pillars" presStyleCnt="0"/>
      <dgm:spPr/>
    </dgm:pt>
    <dgm:pt modelId="{6A6C01AD-E1B3-DF45-B4DA-0C08E6FB6DF8}" type="pres">
      <dgm:prSet presAssocID="{EA4638D6-AF5A-A14C-AE87-194C64CBA27D}" presName="pillar1" presStyleLbl="node1" presStyleIdx="0" presStyleCnt="3">
        <dgm:presLayoutVars>
          <dgm:bulletEnabled val="1"/>
        </dgm:presLayoutVars>
      </dgm:prSet>
      <dgm:spPr/>
    </dgm:pt>
    <dgm:pt modelId="{B10DB6AE-4342-B747-9497-D24748E08BE5}" type="pres">
      <dgm:prSet presAssocID="{DE51758F-3294-674C-A93F-8278618530BB}" presName="pillarX" presStyleLbl="node1" presStyleIdx="1" presStyleCnt="3">
        <dgm:presLayoutVars>
          <dgm:bulletEnabled val="1"/>
        </dgm:presLayoutVars>
      </dgm:prSet>
      <dgm:spPr/>
    </dgm:pt>
    <dgm:pt modelId="{3EF42F44-31AF-6D42-AE0B-41D6E76CB04F}" type="pres">
      <dgm:prSet presAssocID="{7357F000-6AD7-0849-8742-B283A6999458}" presName="pillarX" presStyleLbl="node1" presStyleIdx="2" presStyleCnt="3">
        <dgm:presLayoutVars>
          <dgm:bulletEnabled val="1"/>
        </dgm:presLayoutVars>
      </dgm:prSet>
      <dgm:spPr/>
    </dgm:pt>
    <dgm:pt modelId="{9E6C53D2-9875-4E47-B5A8-715B85FBAC3E}" type="pres">
      <dgm:prSet presAssocID="{EA4638D6-AF5A-A14C-AE87-194C64CBA27D}" presName="base" presStyleLbl="dkBgShp" presStyleIdx="1" presStyleCnt="2"/>
      <dgm:spPr/>
    </dgm:pt>
  </dgm:ptLst>
  <dgm:cxnLst>
    <dgm:cxn modelId="{AE263805-48F0-184B-92C7-69DEBBBEBF6D}" type="presOf" srcId="{DE51758F-3294-674C-A93F-8278618530BB}" destId="{B10DB6AE-4342-B747-9497-D24748E08BE5}" srcOrd="0" destOrd="0" presId="urn:microsoft.com/office/officeart/2005/8/layout/hList3"/>
    <dgm:cxn modelId="{0B577C07-BF3D-024F-83AA-5C5A3BB80571}" type="presOf" srcId="{7357F000-6AD7-0849-8742-B283A6999458}" destId="{3EF42F44-31AF-6D42-AE0B-41D6E76CB04F}" srcOrd="0" destOrd="0" presId="urn:microsoft.com/office/officeart/2005/8/layout/hList3"/>
    <dgm:cxn modelId="{79FC7C74-34F7-6743-B40A-76E08B588EAD}" srcId="{BE952373-AB9B-9E47-95A4-7D515C5ED1BD}" destId="{EA4638D6-AF5A-A14C-AE87-194C64CBA27D}" srcOrd="0" destOrd="0" parTransId="{18A1CD52-917A-444F-9DAC-06DCC0C36DD3}" sibTransId="{C734F035-2220-DC42-B598-CEE3CD07CBC8}"/>
    <dgm:cxn modelId="{EEA4B492-6D89-7C46-9724-4EBE696E3BB8}" srcId="{EA4638D6-AF5A-A14C-AE87-194C64CBA27D}" destId="{FC903BAB-3310-8849-85D5-857BAD812634}" srcOrd="0" destOrd="0" parTransId="{AE749C67-D45E-5D49-AEF3-695C30242D0B}" sibTransId="{70F67144-E621-8343-8293-7616E5DD27FB}"/>
    <dgm:cxn modelId="{1E70DAA8-F410-B745-B7BB-EE63C0FAE245}" type="presOf" srcId="{FC903BAB-3310-8849-85D5-857BAD812634}" destId="{6A6C01AD-E1B3-DF45-B4DA-0C08E6FB6DF8}" srcOrd="0" destOrd="0" presId="urn:microsoft.com/office/officeart/2005/8/layout/hList3"/>
    <dgm:cxn modelId="{373ED6B6-E711-F042-8C65-61D02CE9BDB0}" srcId="{EA4638D6-AF5A-A14C-AE87-194C64CBA27D}" destId="{DE51758F-3294-674C-A93F-8278618530BB}" srcOrd="1" destOrd="0" parTransId="{A746F6F1-B944-FB4A-8952-78BF16FA46A9}" sibTransId="{EF44C0B5-9FFE-7245-8930-EB8B2A305EA8}"/>
    <dgm:cxn modelId="{7EA1D7BB-5F8D-4440-B5B1-76823A492E33}" srcId="{EA4638D6-AF5A-A14C-AE87-194C64CBA27D}" destId="{7357F000-6AD7-0849-8742-B283A6999458}" srcOrd="2" destOrd="0" parTransId="{79DF2CEF-B7D6-4F4D-9F12-9C6492B0C85D}" sibTransId="{1B25782C-7A33-4741-9EF2-6C67CBA1EEF0}"/>
    <dgm:cxn modelId="{E35532DF-FBAC-C04D-B894-A07D1B75A49A}" type="presOf" srcId="{BE952373-AB9B-9E47-95A4-7D515C5ED1BD}" destId="{1F7EB778-BF00-B444-8E5C-4EA525C5D318}" srcOrd="0" destOrd="0" presId="urn:microsoft.com/office/officeart/2005/8/layout/hList3"/>
    <dgm:cxn modelId="{000C08E3-0037-7E40-B20D-9EFC0EE334F8}" type="presOf" srcId="{EA4638D6-AF5A-A14C-AE87-194C64CBA27D}" destId="{5ECD174F-8236-E54C-8A59-267773712B39}" srcOrd="0" destOrd="0" presId="urn:microsoft.com/office/officeart/2005/8/layout/hList3"/>
    <dgm:cxn modelId="{76EB9F26-1FBD-8D48-B4C9-B6FD978121A0}" type="presParOf" srcId="{1F7EB778-BF00-B444-8E5C-4EA525C5D318}" destId="{5ECD174F-8236-E54C-8A59-267773712B39}" srcOrd="0" destOrd="0" presId="urn:microsoft.com/office/officeart/2005/8/layout/hList3"/>
    <dgm:cxn modelId="{05E2FA32-8145-FF45-8A89-69380D346BF4}" type="presParOf" srcId="{1F7EB778-BF00-B444-8E5C-4EA525C5D318}" destId="{58B750D5-A3F7-D846-99F7-B6CE1850DAE2}" srcOrd="1" destOrd="0" presId="urn:microsoft.com/office/officeart/2005/8/layout/hList3"/>
    <dgm:cxn modelId="{17AC2DB1-9849-9740-9CE6-9299EBC346B7}" type="presParOf" srcId="{58B750D5-A3F7-D846-99F7-B6CE1850DAE2}" destId="{6A6C01AD-E1B3-DF45-B4DA-0C08E6FB6DF8}" srcOrd="0" destOrd="0" presId="urn:microsoft.com/office/officeart/2005/8/layout/hList3"/>
    <dgm:cxn modelId="{5A5C24A8-8228-2648-925B-3C5476EA3443}" type="presParOf" srcId="{58B750D5-A3F7-D846-99F7-B6CE1850DAE2}" destId="{B10DB6AE-4342-B747-9497-D24748E08BE5}" srcOrd="1" destOrd="0" presId="urn:microsoft.com/office/officeart/2005/8/layout/hList3"/>
    <dgm:cxn modelId="{0584B7D3-31C6-8743-89EA-2434E29B0F87}" type="presParOf" srcId="{58B750D5-A3F7-D846-99F7-B6CE1850DAE2}" destId="{3EF42F44-31AF-6D42-AE0B-41D6E76CB04F}" srcOrd="2" destOrd="0" presId="urn:microsoft.com/office/officeart/2005/8/layout/hList3"/>
    <dgm:cxn modelId="{C2654E25-45A0-5A4F-AA6C-C20C70F4BC3B}" type="presParOf" srcId="{1F7EB778-BF00-B444-8E5C-4EA525C5D318}" destId="{9E6C53D2-9875-4E47-B5A8-715B85FBAC3E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2197807-5334-8443-B124-3381706EB1B8}" type="doc">
      <dgm:prSet loTypeId="urn:microsoft.com/office/officeart/2005/8/layout/pyramid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94B6DEC-1E03-CF4B-9D11-5199E9F02B5D}">
      <dgm:prSet phldrT="[Text]" custT="1"/>
      <dgm:spPr/>
      <dgm:t>
        <a:bodyPr/>
        <a:lstStyle/>
        <a:p>
          <a:endParaRPr lang="en-GB" sz="1350" b="1" dirty="0">
            <a:latin typeface="Aptos" panose="020B0004020202020204" pitchFamily="34" charset="0"/>
          </a:endParaRPr>
        </a:p>
      </dgm:t>
    </dgm:pt>
    <dgm:pt modelId="{EF924A94-809B-7C46-92AE-A93CBDFD35EF}" type="parTrans" cxnId="{7B9CC03D-1A0D-3D40-BEF2-FFB082CE73DA}">
      <dgm:prSet/>
      <dgm:spPr/>
      <dgm:t>
        <a:bodyPr/>
        <a:lstStyle/>
        <a:p>
          <a:endParaRPr lang="en-GB"/>
        </a:p>
      </dgm:t>
    </dgm:pt>
    <dgm:pt modelId="{2FF53A54-4E56-FE49-AD21-7A4AE33C7988}" type="sibTrans" cxnId="{7B9CC03D-1A0D-3D40-BEF2-FFB082CE73DA}">
      <dgm:prSet/>
      <dgm:spPr/>
      <dgm:t>
        <a:bodyPr/>
        <a:lstStyle/>
        <a:p>
          <a:endParaRPr lang="en-GB"/>
        </a:p>
      </dgm:t>
    </dgm:pt>
    <dgm:pt modelId="{2D31A951-62BD-4B4B-8E7D-2E0D09A3089E}">
      <dgm:prSet phldrT="[Text]"/>
      <dgm:spPr/>
      <dgm:t>
        <a:bodyPr/>
        <a:lstStyle/>
        <a:p>
          <a:endParaRPr lang="en-GB" dirty="0"/>
        </a:p>
      </dgm:t>
    </dgm:pt>
    <dgm:pt modelId="{6A2140E9-DA7B-7F46-BFAF-66E3A1C808C1}" type="parTrans" cxnId="{4F2F6E17-CE50-264B-9973-8CA649D2D879}">
      <dgm:prSet/>
      <dgm:spPr/>
      <dgm:t>
        <a:bodyPr/>
        <a:lstStyle/>
        <a:p>
          <a:endParaRPr lang="en-GB"/>
        </a:p>
      </dgm:t>
    </dgm:pt>
    <dgm:pt modelId="{FDCE3BE6-7DFF-7C41-B2E4-FBE344560DF7}" type="sibTrans" cxnId="{4F2F6E17-CE50-264B-9973-8CA649D2D879}">
      <dgm:prSet/>
      <dgm:spPr/>
      <dgm:t>
        <a:bodyPr/>
        <a:lstStyle/>
        <a:p>
          <a:endParaRPr lang="en-GB"/>
        </a:p>
      </dgm:t>
    </dgm:pt>
    <dgm:pt modelId="{9DD41B82-F11D-C241-98EA-122E979AD760}">
      <dgm:prSet phldrT="[Text]" custT="1"/>
      <dgm:spPr/>
      <dgm:t>
        <a:bodyPr/>
        <a:lstStyle/>
        <a:p>
          <a:endParaRPr lang="en-GB" sz="1400" b="1" dirty="0"/>
        </a:p>
      </dgm:t>
    </dgm:pt>
    <dgm:pt modelId="{DCC1B80E-DE7C-2143-A84C-395CC7A954AA}" type="parTrans" cxnId="{2B385531-D797-7F43-803E-7C655D988F03}">
      <dgm:prSet/>
      <dgm:spPr/>
      <dgm:t>
        <a:bodyPr/>
        <a:lstStyle/>
        <a:p>
          <a:endParaRPr lang="en-GB"/>
        </a:p>
      </dgm:t>
    </dgm:pt>
    <dgm:pt modelId="{4F53BDC0-3948-C544-897A-D4FB730123EB}" type="sibTrans" cxnId="{2B385531-D797-7F43-803E-7C655D988F03}">
      <dgm:prSet/>
      <dgm:spPr/>
      <dgm:t>
        <a:bodyPr/>
        <a:lstStyle/>
        <a:p>
          <a:endParaRPr lang="en-GB"/>
        </a:p>
      </dgm:t>
    </dgm:pt>
    <dgm:pt modelId="{2F548FE6-1A3C-6445-966A-0C1FB6A477D7}">
      <dgm:prSet phldrT="[Text]" custT="1"/>
      <dgm:spPr/>
      <dgm:t>
        <a:bodyPr/>
        <a:lstStyle/>
        <a:p>
          <a:r>
            <a:rPr lang="en-GB" sz="1350" b="1" dirty="0">
              <a:latin typeface="Aptos" panose="020B0004020202020204" pitchFamily="34" charset="0"/>
            </a:rPr>
            <a:t>VOLATILITY &amp;</a:t>
          </a:r>
          <a:br>
            <a:rPr lang="en-GB" sz="1350" b="1" dirty="0">
              <a:latin typeface="Aptos" panose="020B0004020202020204" pitchFamily="34" charset="0"/>
            </a:rPr>
          </a:br>
          <a:r>
            <a:rPr lang="en-GB" sz="1350" b="1" dirty="0">
              <a:latin typeface="Aptos" panose="020B0004020202020204" pitchFamily="34" charset="0"/>
            </a:rPr>
            <a:t>REGIME</a:t>
          </a:r>
        </a:p>
      </dgm:t>
    </dgm:pt>
    <dgm:pt modelId="{BAF45211-602F-234B-90A2-E9BAB29E2332}" type="parTrans" cxnId="{EC24B671-5A48-C44C-9654-842E6652F47C}">
      <dgm:prSet/>
      <dgm:spPr/>
      <dgm:t>
        <a:bodyPr/>
        <a:lstStyle/>
        <a:p>
          <a:endParaRPr lang="en-GB"/>
        </a:p>
      </dgm:t>
    </dgm:pt>
    <dgm:pt modelId="{79F0D5C6-F55B-C34B-93A5-2DA2967B55FD}" type="sibTrans" cxnId="{EC24B671-5A48-C44C-9654-842E6652F47C}">
      <dgm:prSet/>
      <dgm:spPr/>
      <dgm:t>
        <a:bodyPr/>
        <a:lstStyle/>
        <a:p>
          <a:endParaRPr lang="en-GB"/>
        </a:p>
      </dgm:t>
    </dgm:pt>
    <dgm:pt modelId="{796BA778-A1E0-4349-9095-AC07160F1586}" type="pres">
      <dgm:prSet presAssocID="{22197807-5334-8443-B124-3381706EB1B8}" presName="compositeShape" presStyleCnt="0">
        <dgm:presLayoutVars>
          <dgm:chMax val="9"/>
          <dgm:dir/>
          <dgm:resizeHandles val="exact"/>
        </dgm:presLayoutVars>
      </dgm:prSet>
      <dgm:spPr/>
    </dgm:pt>
    <dgm:pt modelId="{20B0EDF8-1A56-B74E-9BB4-7845D73A0502}" type="pres">
      <dgm:prSet presAssocID="{22197807-5334-8443-B124-3381706EB1B8}" presName="triangle1" presStyleLbl="node1" presStyleIdx="0" presStyleCnt="4">
        <dgm:presLayoutVars>
          <dgm:bulletEnabled val="1"/>
        </dgm:presLayoutVars>
      </dgm:prSet>
      <dgm:spPr/>
    </dgm:pt>
    <dgm:pt modelId="{F609EED4-F8E0-D04D-84AB-9F96FC111FBD}" type="pres">
      <dgm:prSet presAssocID="{22197807-5334-8443-B124-3381706EB1B8}" presName="triangle2" presStyleLbl="node1" presStyleIdx="1" presStyleCnt="4">
        <dgm:presLayoutVars>
          <dgm:bulletEnabled val="1"/>
        </dgm:presLayoutVars>
      </dgm:prSet>
      <dgm:spPr/>
    </dgm:pt>
    <dgm:pt modelId="{4D4B0520-0399-8C46-BB0F-E7F03B715D26}" type="pres">
      <dgm:prSet presAssocID="{22197807-5334-8443-B124-3381706EB1B8}" presName="triangle3" presStyleLbl="node1" presStyleIdx="2" presStyleCnt="4">
        <dgm:presLayoutVars>
          <dgm:bulletEnabled val="1"/>
        </dgm:presLayoutVars>
      </dgm:prSet>
      <dgm:spPr/>
    </dgm:pt>
    <dgm:pt modelId="{7596A9B1-E7B4-E04B-A1B2-0B6D1A85345A}" type="pres">
      <dgm:prSet presAssocID="{22197807-5334-8443-B124-3381706EB1B8}" presName="triangle4" presStyleLbl="node1" presStyleIdx="3" presStyleCnt="4">
        <dgm:presLayoutVars>
          <dgm:bulletEnabled val="1"/>
        </dgm:presLayoutVars>
      </dgm:prSet>
      <dgm:spPr/>
    </dgm:pt>
  </dgm:ptLst>
  <dgm:cxnLst>
    <dgm:cxn modelId="{4F2F6E17-CE50-264B-9973-8CA649D2D879}" srcId="{22197807-5334-8443-B124-3381706EB1B8}" destId="{2D31A951-62BD-4B4B-8E7D-2E0D09A3089E}" srcOrd="1" destOrd="0" parTransId="{6A2140E9-DA7B-7F46-BFAF-66E3A1C808C1}" sibTransId="{FDCE3BE6-7DFF-7C41-B2E4-FBE344560DF7}"/>
    <dgm:cxn modelId="{A2E15C24-B5FA-2E40-B398-E7D41B6CE92F}" type="presOf" srcId="{22197807-5334-8443-B124-3381706EB1B8}" destId="{796BA778-A1E0-4349-9095-AC07160F1586}" srcOrd="0" destOrd="0" presId="urn:microsoft.com/office/officeart/2005/8/layout/pyramid4"/>
    <dgm:cxn modelId="{2B385531-D797-7F43-803E-7C655D988F03}" srcId="{22197807-5334-8443-B124-3381706EB1B8}" destId="{9DD41B82-F11D-C241-98EA-122E979AD760}" srcOrd="2" destOrd="0" parTransId="{DCC1B80E-DE7C-2143-A84C-395CC7A954AA}" sibTransId="{4F53BDC0-3948-C544-897A-D4FB730123EB}"/>
    <dgm:cxn modelId="{7B9CC03D-1A0D-3D40-BEF2-FFB082CE73DA}" srcId="{22197807-5334-8443-B124-3381706EB1B8}" destId="{494B6DEC-1E03-CF4B-9D11-5199E9F02B5D}" srcOrd="0" destOrd="0" parTransId="{EF924A94-809B-7C46-92AE-A93CBDFD35EF}" sibTransId="{2FF53A54-4E56-FE49-AD21-7A4AE33C7988}"/>
    <dgm:cxn modelId="{EC24B671-5A48-C44C-9654-842E6652F47C}" srcId="{22197807-5334-8443-B124-3381706EB1B8}" destId="{2F548FE6-1A3C-6445-966A-0C1FB6A477D7}" srcOrd="3" destOrd="0" parTransId="{BAF45211-602F-234B-90A2-E9BAB29E2332}" sibTransId="{79F0D5C6-F55B-C34B-93A5-2DA2967B55FD}"/>
    <dgm:cxn modelId="{DE687953-DE00-5645-8E1E-43ECA5F9E146}" type="presOf" srcId="{2F548FE6-1A3C-6445-966A-0C1FB6A477D7}" destId="{7596A9B1-E7B4-E04B-A1B2-0B6D1A85345A}" srcOrd="0" destOrd="0" presId="urn:microsoft.com/office/officeart/2005/8/layout/pyramid4"/>
    <dgm:cxn modelId="{A3DFEF53-7C46-434C-8C8F-42DB6BC97026}" type="presOf" srcId="{9DD41B82-F11D-C241-98EA-122E979AD760}" destId="{4D4B0520-0399-8C46-BB0F-E7F03B715D26}" srcOrd="0" destOrd="0" presId="urn:microsoft.com/office/officeart/2005/8/layout/pyramid4"/>
    <dgm:cxn modelId="{1C106CB7-ED87-7240-B081-955DCADDBE25}" type="presOf" srcId="{2D31A951-62BD-4B4B-8E7D-2E0D09A3089E}" destId="{F609EED4-F8E0-D04D-84AB-9F96FC111FBD}" srcOrd="0" destOrd="0" presId="urn:microsoft.com/office/officeart/2005/8/layout/pyramid4"/>
    <dgm:cxn modelId="{6E8021FD-CF55-494C-9A3F-9D6FCE355E5A}" type="presOf" srcId="{494B6DEC-1E03-CF4B-9D11-5199E9F02B5D}" destId="{20B0EDF8-1A56-B74E-9BB4-7845D73A0502}" srcOrd="0" destOrd="0" presId="urn:microsoft.com/office/officeart/2005/8/layout/pyramid4"/>
    <dgm:cxn modelId="{2B0693CB-56B6-944F-97A3-21AD2A18758C}" type="presParOf" srcId="{796BA778-A1E0-4349-9095-AC07160F1586}" destId="{20B0EDF8-1A56-B74E-9BB4-7845D73A0502}" srcOrd="0" destOrd="0" presId="urn:microsoft.com/office/officeart/2005/8/layout/pyramid4"/>
    <dgm:cxn modelId="{DE492C70-C625-604A-BB8E-EA936CC3F003}" type="presParOf" srcId="{796BA778-A1E0-4349-9095-AC07160F1586}" destId="{F609EED4-F8E0-D04D-84AB-9F96FC111FBD}" srcOrd="1" destOrd="0" presId="urn:microsoft.com/office/officeart/2005/8/layout/pyramid4"/>
    <dgm:cxn modelId="{E603A34F-E2AB-C94F-9196-16CEE5E725F8}" type="presParOf" srcId="{796BA778-A1E0-4349-9095-AC07160F1586}" destId="{4D4B0520-0399-8C46-BB0F-E7F03B715D26}" srcOrd="2" destOrd="0" presId="urn:microsoft.com/office/officeart/2005/8/layout/pyramid4"/>
    <dgm:cxn modelId="{AA58D23A-E95C-224C-8DFF-D979733A7B43}" type="presParOf" srcId="{796BA778-A1E0-4349-9095-AC07160F1586}" destId="{7596A9B1-E7B4-E04B-A1B2-0B6D1A85345A}" srcOrd="3" destOrd="0" presId="urn:microsoft.com/office/officeart/2005/8/layout/pyramid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48F206F-4419-7944-B9E1-EED70A891755}" type="doc">
      <dgm:prSet loTypeId="urn:microsoft.com/office/officeart/2005/8/layout/lProcess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403197C-5435-0249-9FAA-BA59B9ABDEF2}">
      <dgm:prSet phldrT="[Text]"/>
      <dgm:spPr/>
      <dgm:t>
        <a:bodyPr/>
        <a:lstStyle/>
        <a:p>
          <a:pPr>
            <a:buNone/>
          </a:pPr>
          <a:r>
            <a:rPr lang="en-IN" b="1" i="0" u="none" dirty="0">
              <a:latin typeface="Aptos" panose="020B0004020202020204" pitchFamily="34" charset="0"/>
            </a:rPr>
            <a:t>Probability Thresholding (Signal Quality Control)</a:t>
          </a:r>
          <a:endParaRPr lang="en-GB" b="1" dirty="0">
            <a:latin typeface="Aptos" panose="020B0004020202020204" pitchFamily="34" charset="0"/>
          </a:endParaRPr>
        </a:p>
      </dgm:t>
    </dgm:pt>
    <dgm:pt modelId="{7639754C-E95B-1E41-B85F-C84F3859FDDB}" type="parTrans" cxnId="{BAB15256-B5B9-A946-9EE6-FEBD434E4ACC}">
      <dgm:prSet/>
      <dgm:spPr/>
      <dgm:t>
        <a:bodyPr/>
        <a:lstStyle/>
        <a:p>
          <a:endParaRPr lang="en-GB"/>
        </a:p>
      </dgm:t>
    </dgm:pt>
    <dgm:pt modelId="{9E5BB787-1CDF-ED43-958F-492EE1744B52}" type="sibTrans" cxnId="{BAB15256-B5B9-A946-9EE6-FEBD434E4ACC}">
      <dgm:prSet/>
      <dgm:spPr/>
      <dgm:t>
        <a:bodyPr/>
        <a:lstStyle/>
        <a:p>
          <a:endParaRPr lang="en-GB"/>
        </a:p>
      </dgm:t>
    </dgm:pt>
    <dgm:pt modelId="{BE63B91E-EB89-B748-8592-9EF3B876FAB9}">
      <dgm:prSet phldrT="[Text]" custT="1"/>
      <dgm:spPr/>
      <dgm:t>
        <a:bodyPr/>
        <a:lstStyle/>
        <a:p>
          <a:pPr>
            <a:buNone/>
          </a:pPr>
          <a:r>
            <a:rPr lang="en-IN" sz="1800" b="1" i="0" u="none" dirty="0">
              <a:latin typeface="Aptos" panose="020B0004020202020204" pitchFamily="34" charset="0"/>
            </a:rPr>
            <a:t>Symmetric Long / Short Thresholds</a:t>
          </a:r>
          <a:endParaRPr lang="en-GB" sz="1800" b="1" dirty="0">
            <a:latin typeface="Aptos" panose="020B0004020202020204" pitchFamily="34" charset="0"/>
          </a:endParaRPr>
        </a:p>
      </dgm:t>
    </dgm:pt>
    <dgm:pt modelId="{16DB4053-F1D6-AC47-A787-472C39A532DE}" type="parTrans" cxnId="{EC3EDF3F-658D-9843-9F72-78F06D62130E}">
      <dgm:prSet/>
      <dgm:spPr/>
      <dgm:t>
        <a:bodyPr/>
        <a:lstStyle/>
        <a:p>
          <a:endParaRPr lang="en-GB"/>
        </a:p>
      </dgm:t>
    </dgm:pt>
    <dgm:pt modelId="{92ABA821-8044-224D-85C8-3511F2C2225E}" type="sibTrans" cxnId="{EC3EDF3F-658D-9843-9F72-78F06D62130E}">
      <dgm:prSet/>
      <dgm:spPr/>
      <dgm:t>
        <a:bodyPr/>
        <a:lstStyle/>
        <a:p>
          <a:endParaRPr lang="en-GB"/>
        </a:p>
      </dgm:t>
    </dgm:pt>
    <dgm:pt modelId="{F852D929-CCB4-F740-B6E3-B15E27F57C96}">
      <dgm:prSet phldrT="[Text]" custT="1"/>
      <dgm:spPr/>
      <dgm:t>
        <a:bodyPr/>
        <a:lstStyle/>
        <a:p>
          <a:pPr>
            <a:buNone/>
          </a:pPr>
          <a:r>
            <a:rPr lang="en-IN" sz="2200" b="1" i="0" dirty="0">
              <a:latin typeface="Aptos" panose="020B0004020202020204" pitchFamily="34" charset="0"/>
            </a:rPr>
            <a:t>WHAT?</a:t>
          </a:r>
          <a:endParaRPr lang="en-GB" sz="2200" dirty="0">
            <a:latin typeface="Aptos" panose="020B0004020202020204" pitchFamily="34" charset="0"/>
          </a:endParaRPr>
        </a:p>
      </dgm:t>
    </dgm:pt>
    <dgm:pt modelId="{6898A879-7F84-C84A-8BC6-891CF6113DF9}" type="parTrans" cxnId="{30FF9E0E-EFEB-4A42-9C6C-57A616E9DBDC}">
      <dgm:prSet/>
      <dgm:spPr/>
      <dgm:t>
        <a:bodyPr/>
        <a:lstStyle/>
        <a:p>
          <a:endParaRPr lang="en-GB"/>
        </a:p>
      </dgm:t>
    </dgm:pt>
    <dgm:pt modelId="{43E81BB5-6F11-B947-B6EC-BD45E4469830}" type="sibTrans" cxnId="{30FF9E0E-EFEB-4A42-9C6C-57A616E9DBDC}">
      <dgm:prSet/>
      <dgm:spPr/>
      <dgm:t>
        <a:bodyPr/>
        <a:lstStyle/>
        <a:p>
          <a:endParaRPr lang="en-GB"/>
        </a:p>
      </dgm:t>
    </dgm:pt>
    <dgm:pt modelId="{EB476FBA-BAF3-2A4E-87B4-87448257CBE4}">
      <dgm:prSet custT="1"/>
      <dgm:spPr/>
      <dgm:t>
        <a:bodyPr/>
        <a:lstStyle/>
        <a:p>
          <a:pPr>
            <a:buNone/>
          </a:pPr>
          <a:r>
            <a:rPr lang="en-IN" sz="1800" b="1" i="0" u="none" dirty="0">
              <a:latin typeface="Aptos" panose="020B0004020202020204" pitchFamily="34" charset="0"/>
            </a:rPr>
            <a:t>Model Capacity &amp; Training Discipline</a:t>
          </a:r>
          <a:endParaRPr lang="en-GB" sz="1800" b="1" dirty="0">
            <a:latin typeface="Aptos" panose="020B0004020202020204" pitchFamily="34" charset="0"/>
          </a:endParaRPr>
        </a:p>
      </dgm:t>
    </dgm:pt>
    <dgm:pt modelId="{AA3C19C0-A661-6840-8F34-3BD4FC23778A}" type="parTrans" cxnId="{32539881-C987-4048-8F0B-572632DCE6BA}">
      <dgm:prSet/>
      <dgm:spPr/>
      <dgm:t>
        <a:bodyPr/>
        <a:lstStyle/>
        <a:p>
          <a:endParaRPr lang="en-GB"/>
        </a:p>
      </dgm:t>
    </dgm:pt>
    <dgm:pt modelId="{BF4FDE97-F5CD-3F4C-8017-0549983E4F03}" type="sibTrans" cxnId="{32539881-C987-4048-8F0B-572632DCE6BA}">
      <dgm:prSet/>
      <dgm:spPr/>
      <dgm:t>
        <a:bodyPr/>
        <a:lstStyle/>
        <a:p>
          <a:endParaRPr lang="en-GB"/>
        </a:p>
      </dgm:t>
    </dgm:pt>
    <dgm:pt modelId="{7D8BD67F-2D10-AE4F-8C57-F9E074346E28}">
      <dgm:prSet custT="1"/>
      <dgm:spPr/>
      <dgm:t>
        <a:bodyPr/>
        <a:lstStyle/>
        <a:p>
          <a:pPr>
            <a:buNone/>
          </a:pPr>
          <a:r>
            <a:rPr lang="en-IN" sz="1800" b="1" i="0" u="none" dirty="0">
              <a:latin typeface="Aptos" panose="020B0004020202020204" pitchFamily="34" charset="0"/>
            </a:rPr>
            <a:t>Volatility-Targeted Position Scaling</a:t>
          </a:r>
          <a:endParaRPr lang="en-GB" sz="1800" b="1" dirty="0">
            <a:latin typeface="Aptos" panose="020B0004020202020204" pitchFamily="34" charset="0"/>
          </a:endParaRPr>
        </a:p>
      </dgm:t>
    </dgm:pt>
    <dgm:pt modelId="{6A0C8415-EDE4-6E44-A561-97D8CCEAC261}" type="parTrans" cxnId="{1E9B3921-3722-6646-A3D5-EAE398D355BF}">
      <dgm:prSet/>
      <dgm:spPr/>
      <dgm:t>
        <a:bodyPr/>
        <a:lstStyle/>
        <a:p>
          <a:endParaRPr lang="en-GB"/>
        </a:p>
      </dgm:t>
    </dgm:pt>
    <dgm:pt modelId="{33F54478-BF48-A346-9F68-148194286C8E}" type="sibTrans" cxnId="{1E9B3921-3722-6646-A3D5-EAE398D355BF}">
      <dgm:prSet/>
      <dgm:spPr/>
      <dgm:t>
        <a:bodyPr/>
        <a:lstStyle/>
        <a:p>
          <a:endParaRPr lang="en-GB"/>
        </a:p>
      </dgm:t>
    </dgm:pt>
    <dgm:pt modelId="{30B73650-2558-CC42-B18C-E26B000D4D0B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dirty="0">
              <a:latin typeface="Aptos" panose="020B0004020202020204" pitchFamily="34" charset="0"/>
            </a:rPr>
            <a:t>Predictions near 0.5 are statistically noisy</a:t>
          </a:r>
        </a:p>
        <a:p>
          <a:pPr>
            <a:buNone/>
          </a:pPr>
          <a:r>
            <a:rPr lang="en-IN" sz="1200" dirty="0">
              <a:latin typeface="Aptos" panose="020B0004020202020204" pitchFamily="34" charset="0"/>
            </a:rPr>
            <a:t>Creates an explicit </a:t>
          </a:r>
          <a:r>
            <a:rPr lang="en-IN" sz="1200" b="1" dirty="0">
              <a:latin typeface="Aptos" panose="020B0004020202020204" pitchFamily="34" charset="0"/>
            </a:rPr>
            <a:t>no-trade region</a:t>
          </a:r>
          <a:endParaRPr lang="en-IN" sz="1200" b="0" i="0" dirty="0">
            <a:latin typeface="Aptos" panose="020B0004020202020204" pitchFamily="34" charset="0"/>
          </a:endParaRPr>
        </a:p>
      </dgm:t>
    </dgm:pt>
    <dgm:pt modelId="{E936198E-91D1-DD46-97BB-9F33E94C9825}" type="parTrans" cxnId="{F9833271-7931-3D48-BBCE-EADC6F333E0E}">
      <dgm:prSet/>
      <dgm:spPr/>
      <dgm:t>
        <a:bodyPr/>
        <a:lstStyle/>
        <a:p>
          <a:endParaRPr lang="en-GB"/>
        </a:p>
      </dgm:t>
    </dgm:pt>
    <dgm:pt modelId="{F13D6173-CDEB-AE43-BE26-6B2C5B851870}" type="sibTrans" cxnId="{F9833271-7931-3D48-BBCE-EADC6F333E0E}">
      <dgm:prSet/>
      <dgm:spPr/>
      <dgm:t>
        <a:bodyPr/>
        <a:lstStyle/>
        <a:p>
          <a:endParaRPr lang="en-GB"/>
        </a:p>
      </dgm:t>
    </dgm:pt>
    <dgm:pt modelId="{27FC8017-66BD-D444-B4B9-1C97403D0AC0}">
      <dgm:prSet phldrT="[Text]" custT="1"/>
      <dgm:spPr/>
      <dgm:t>
        <a:bodyPr/>
        <a:lstStyle/>
        <a:p>
          <a:pPr>
            <a:buNone/>
          </a:pPr>
          <a:r>
            <a:rPr lang="en-IN" sz="2200" b="1" i="0" dirty="0">
              <a:latin typeface="Aptos" panose="020B0004020202020204" pitchFamily="34" charset="0"/>
            </a:rPr>
            <a:t>IMPACT</a:t>
          </a:r>
        </a:p>
      </dgm:t>
    </dgm:pt>
    <dgm:pt modelId="{93509EE1-E6AB-0E4F-8C53-2411147F8E87}" type="parTrans" cxnId="{EA177F80-1B3C-1F41-A60B-D587296A7FEA}">
      <dgm:prSet/>
      <dgm:spPr/>
      <dgm:t>
        <a:bodyPr/>
        <a:lstStyle/>
        <a:p>
          <a:endParaRPr lang="en-GB"/>
        </a:p>
      </dgm:t>
    </dgm:pt>
    <dgm:pt modelId="{D4BF2917-1A8A-1049-9BFA-80CB5F6F6C81}" type="sibTrans" cxnId="{EA177F80-1B3C-1F41-A60B-D587296A7FEA}">
      <dgm:prSet/>
      <dgm:spPr/>
      <dgm:t>
        <a:bodyPr/>
        <a:lstStyle/>
        <a:p>
          <a:endParaRPr lang="en-GB"/>
        </a:p>
      </dgm:t>
    </dgm:pt>
    <dgm:pt modelId="{3A4F368B-C826-5F43-B4F2-0B62D1738BA4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b="0" i="0" u="none" dirty="0">
              <a:latin typeface="Aptos" panose="020B0004020202020204" pitchFamily="34" charset="0"/>
            </a:rPr>
            <a:t>Identical confidence thresholds for long and short</a:t>
          </a:r>
          <a:endParaRPr lang="en-IN" sz="1200" b="0" i="0" dirty="0">
            <a:latin typeface="Aptos" panose="020B0004020202020204" pitchFamily="34" charset="0"/>
          </a:endParaRPr>
        </a:p>
      </dgm:t>
    </dgm:pt>
    <dgm:pt modelId="{EEC8A849-E103-6D49-9ED5-9D44DB7BD6C1}" type="parTrans" cxnId="{021F2DCD-41BB-C442-8C96-8E2205F905AD}">
      <dgm:prSet/>
      <dgm:spPr/>
      <dgm:t>
        <a:bodyPr/>
        <a:lstStyle/>
        <a:p>
          <a:endParaRPr lang="en-GB"/>
        </a:p>
      </dgm:t>
    </dgm:pt>
    <dgm:pt modelId="{A451EA01-E29C-7545-B862-AFD4811E9DBA}" type="sibTrans" cxnId="{021F2DCD-41BB-C442-8C96-8E2205F905AD}">
      <dgm:prSet/>
      <dgm:spPr/>
      <dgm:t>
        <a:bodyPr/>
        <a:lstStyle/>
        <a:p>
          <a:endParaRPr lang="en-GB"/>
        </a:p>
      </dgm:t>
    </dgm:pt>
    <dgm:pt modelId="{D9FC0F99-77D3-FF47-8BE0-1FF6A6B10104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200" b="1" i="0" dirty="0">
              <a:latin typeface="Aptos" panose="020B0004020202020204" pitchFamily="34" charset="0"/>
            </a:rPr>
            <a:t>WHY?</a:t>
          </a:r>
          <a:endParaRPr lang="en-GB" sz="2200" dirty="0">
            <a:latin typeface="Aptos" panose="020B0004020202020204" pitchFamily="34" charset="0"/>
          </a:endParaRPr>
        </a:p>
      </dgm:t>
    </dgm:pt>
    <dgm:pt modelId="{88CD1BB4-7797-D24E-B4B7-11AA3D921DE4}" type="parTrans" cxnId="{09B8FE38-D24B-E34D-8CF9-0BFAD3D3D85F}">
      <dgm:prSet/>
      <dgm:spPr/>
      <dgm:t>
        <a:bodyPr/>
        <a:lstStyle/>
        <a:p>
          <a:endParaRPr lang="en-GB"/>
        </a:p>
      </dgm:t>
    </dgm:pt>
    <dgm:pt modelId="{62102039-668F-1A43-848D-45C7810B60E1}" type="sibTrans" cxnId="{09B8FE38-D24B-E34D-8CF9-0BFAD3D3D85F}">
      <dgm:prSet/>
      <dgm:spPr/>
      <dgm:t>
        <a:bodyPr/>
        <a:lstStyle/>
        <a:p>
          <a:endParaRPr lang="en-GB"/>
        </a:p>
      </dgm:t>
    </dgm:pt>
    <dgm:pt modelId="{857BD225-5EE4-6944-A932-7EC9E082717F}">
      <dgm:prSet custT="1"/>
      <dgm:spPr/>
      <dgm:t>
        <a:bodyPr/>
        <a:lstStyle/>
        <a:p>
          <a:pPr>
            <a:buNone/>
          </a:pPr>
          <a:r>
            <a:rPr lang="en-GB" sz="2200" b="1" dirty="0">
              <a:latin typeface="Aptos" panose="020B0004020202020204" pitchFamily="34" charset="0"/>
            </a:rPr>
            <a:t>WHAT?</a:t>
          </a:r>
        </a:p>
      </dgm:t>
    </dgm:pt>
    <dgm:pt modelId="{C4DF2722-012A-394C-A77B-20916BDF4697}" type="parTrans" cxnId="{0BEE60A8-A3BF-364F-8F40-76C8C7CCD602}">
      <dgm:prSet/>
      <dgm:spPr/>
      <dgm:t>
        <a:bodyPr/>
        <a:lstStyle/>
        <a:p>
          <a:endParaRPr lang="en-GB"/>
        </a:p>
      </dgm:t>
    </dgm:pt>
    <dgm:pt modelId="{5511C339-F924-5941-850B-AEE56E0681AC}" type="sibTrans" cxnId="{0BEE60A8-A3BF-364F-8F40-76C8C7CCD602}">
      <dgm:prSet/>
      <dgm:spPr/>
      <dgm:t>
        <a:bodyPr/>
        <a:lstStyle/>
        <a:p>
          <a:endParaRPr lang="en-GB"/>
        </a:p>
      </dgm:t>
    </dgm:pt>
    <mc:AlternateContent xmlns:mc="http://schemas.openxmlformats.org/markup-compatibility/2006" xmlns:a14="http://schemas.microsoft.com/office/drawing/2010/main">
      <mc:Choice Requires="a14">
        <dgm:pt modelId="{1AABF278-E22B-674E-A321-6C6D24D4AEA1}">
          <dgm:prSet custT="1"/>
          <dgm:spPr/>
          <dgm:t>
            <a:bodyPr/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en-IN" sz="1100" b="0" i="0" dirty="0">
                  <a:latin typeface="Aptos" panose="020B0004020202020204" pitchFamily="34" charset="0"/>
                </a:rPr>
                <a:t>Position size ∝ </a:t>
              </a:r>
              <a14:m>
                <m:oMath xmlns:m="http://schemas.openxmlformats.org/officeDocument/2006/math">
                  <m:f>
                    <m:fPr>
                      <m:ctrlPr>
                        <a:rPr lang="ar-AE" sz="1100" b="0" i="1">
                          <a:latin typeface="Cambria Math" panose="02040503050406030204" pitchFamily="18" charset="0"/>
                        </a:rPr>
                      </m:ctrlPr>
                    </m:fPr>
                    <m:num>
                      <m:r>
                        <m:rPr>
                          <m:nor/>
                        </m:rPr>
                        <a:rPr lang="en-IN" sz="1100" b="0">
                          <a:latin typeface="Aptos" panose="020B0004020202020204" pitchFamily="34" charset="0"/>
                        </a:rPr>
                        <m:t>Target</m:t>
                      </m:r>
                      <m:r>
                        <m:rPr>
                          <m:nor/>
                        </m:rPr>
                        <a:rPr lang="en-IN" sz="1100" b="0">
                          <a:latin typeface="Aptos" panose="020B00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1100" b="0">
                          <a:latin typeface="Aptos" panose="020B0004020202020204" pitchFamily="34" charset="0"/>
                        </a:rPr>
                        <m:t>Volatility</m:t>
                      </m:r>
                    </m:num>
                    <m:den>
                      <m:r>
                        <m:rPr>
                          <m:nor/>
                        </m:rPr>
                        <a:rPr lang="en-IN" sz="1100" b="0" i="1">
                          <a:latin typeface="Aptos" panose="020B0004020202020204" pitchFamily="34" charset="0"/>
                        </a:rPr>
                        <m:t>Recent</m:t>
                      </m:r>
                      <m:r>
                        <m:rPr>
                          <m:nor/>
                        </m:rPr>
                        <a:rPr lang="en-IN" sz="1100" b="0" i="1">
                          <a:latin typeface="Aptos" panose="020B00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1100" b="0" i="1">
                          <a:latin typeface="Aptos" panose="020B0004020202020204" pitchFamily="34" charset="0"/>
                        </a:rPr>
                        <m:t>Realized</m:t>
                      </m:r>
                      <m:r>
                        <m:rPr>
                          <m:nor/>
                        </m:rPr>
                        <a:rPr lang="en-IN" sz="1100" b="0" i="1">
                          <a:latin typeface="Aptos" panose="020B00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1100" b="0" i="1">
                          <a:latin typeface="Aptos" panose="020B0004020202020204" pitchFamily="34" charset="0"/>
                        </a:rPr>
                        <m:t>Volatility</m:t>
                      </m:r>
                    </m:den>
                  </m:f>
                </m:oMath>
              </a14:m>
              <a:endParaRPr lang="ar-AE" sz="1100" b="0" i="0" dirty="0">
                <a:latin typeface="Aptos" panose="020B0004020202020204" pitchFamily="34" charset="0"/>
              </a:endParaRPr>
            </a:p>
          </dgm:t>
        </dgm:pt>
      </mc:Choice>
      <mc:Fallback xmlns="">
        <dgm:pt modelId="{1AABF278-E22B-674E-A321-6C6D24D4AEA1}">
          <dgm:prSet custT="1"/>
          <dgm:spPr/>
          <dgm:t>
            <a:bodyPr/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en-IN" sz="1100" b="0" i="0" dirty="0">
                  <a:latin typeface="Aptos" panose="020B0004020202020204" pitchFamily="34" charset="0"/>
                </a:rPr>
                <a:t>Position size ∝ </a:t>
              </a:r>
              <a:r>
                <a:rPr lang="en-IN" sz="1100" b="0" i="0">
                  <a:latin typeface="Aptos" panose="020B0004020202020204" pitchFamily="34" charset="0"/>
                </a:rPr>
                <a:t>"Target Volatility</a:t>
              </a:r>
              <a:r>
                <a:rPr lang="ar-AE" sz="1100" b="0" i="0">
                  <a:latin typeface="Aptos" panose="020B0004020202020204" pitchFamily="34" charset="0"/>
                </a:rPr>
                <a:t>" /</a:t>
              </a:r>
              <a:r>
                <a:rPr lang="en-IN" sz="1100" b="0" i="0">
                  <a:latin typeface="Aptos" panose="020B0004020202020204" pitchFamily="34" charset="0"/>
                </a:rPr>
                <a:t>"Recent Realized Volatility</a:t>
              </a:r>
              <a:r>
                <a:rPr lang="ar-AE" sz="1100" b="0" i="0">
                  <a:latin typeface="Aptos" panose="020B0004020202020204" pitchFamily="34" charset="0"/>
                </a:rPr>
                <a:t>" </a:t>
              </a:r>
              <a:endParaRPr lang="ar-AE" sz="1100" b="0" i="0" dirty="0">
                <a:latin typeface="Aptos" panose="020B0004020202020204" pitchFamily="34" charset="0"/>
              </a:endParaRPr>
            </a:p>
          </dgm:t>
        </dgm:pt>
      </mc:Fallback>
    </mc:AlternateContent>
    <dgm:pt modelId="{008FEA36-1FF4-A748-B536-B9F9E371CA24}" type="parTrans" cxnId="{2A5732D6-ED9F-DC41-9EDE-6256026ED52D}">
      <dgm:prSet/>
      <dgm:spPr/>
      <dgm:t>
        <a:bodyPr/>
        <a:lstStyle/>
        <a:p>
          <a:endParaRPr lang="en-GB"/>
        </a:p>
      </dgm:t>
    </dgm:pt>
    <dgm:pt modelId="{11EBFA99-74C0-2740-A7D9-CB9B89E801A4}" type="sibTrans" cxnId="{2A5732D6-ED9F-DC41-9EDE-6256026ED52D}">
      <dgm:prSet/>
      <dgm:spPr/>
      <dgm:t>
        <a:bodyPr/>
        <a:lstStyle/>
        <a:p>
          <a:endParaRPr lang="en-GB"/>
        </a:p>
      </dgm:t>
    </dgm:pt>
    <dgm:pt modelId="{701CEC8E-1B5F-7847-B1F2-3B71FB4A731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200" b="1" i="0" dirty="0">
              <a:latin typeface="Aptos" panose="020B0004020202020204" pitchFamily="34" charset="0"/>
            </a:rPr>
            <a:t>WHY?</a:t>
          </a:r>
        </a:p>
      </dgm:t>
    </dgm:pt>
    <dgm:pt modelId="{D35B4E7A-E5BA-054F-A38C-5571B5346B88}" type="parTrans" cxnId="{931E4080-EDBD-D947-8681-C6B09484A5AE}">
      <dgm:prSet/>
      <dgm:spPr/>
      <dgm:t>
        <a:bodyPr/>
        <a:lstStyle/>
        <a:p>
          <a:endParaRPr lang="en-GB"/>
        </a:p>
      </dgm:t>
    </dgm:pt>
    <dgm:pt modelId="{9122220C-4B46-5C41-A2D9-168ED8677035}" type="sibTrans" cxnId="{931E4080-EDBD-D947-8681-C6B09484A5AE}">
      <dgm:prSet/>
      <dgm:spPr/>
      <dgm:t>
        <a:bodyPr/>
        <a:lstStyle/>
        <a:p>
          <a:endParaRPr lang="en-GB"/>
        </a:p>
      </dgm:t>
    </dgm:pt>
    <dgm:pt modelId="{5E2CDEF9-4DF0-DA44-9E97-5DD302B35E6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dirty="0">
              <a:latin typeface="Aptos" panose="020B0004020202020204" pitchFamily="34" charset="0"/>
            </a:rPr>
            <a:t>Normalizes risk across time</a:t>
          </a:r>
        </a:p>
        <a:p>
          <a:pPr>
            <a:buNone/>
          </a:pPr>
          <a:r>
            <a:rPr lang="en-IN" sz="1200" dirty="0">
              <a:latin typeface="Aptos" panose="020B0004020202020204" pitchFamily="34" charset="0"/>
            </a:rPr>
            <a:t>Automatically de-leverages in volatile regimes</a:t>
          </a:r>
          <a:endParaRPr lang="ar-AE" sz="1200" b="0" i="0" dirty="0">
            <a:latin typeface="Aptos" panose="020B0004020202020204" pitchFamily="34" charset="0"/>
          </a:endParaRPr>
        </a:p>
      </dgm:t>
    </dgm:pt>
    <dgm:pt modelId="{F27C23D6-45F7-DD4C-A22F-98137EFE42BD}" type="parTrans" cxnId="{F6C8FDE4-5405-B241-ACC0-2CB489F9EAE9}">
      <dgm:prSet/>
      <dgm:spPr/>
      <dgm:t>
        <a:bodyPr/>
        <a:lstStyle/>
        <a:p>
          <a:endParaRPr lang="en-GB"/>
        </a:p>
      </dgm:t>
    </dgm:pt>
    <dgm:pt modelId="{F8C688E3-90AA-BD4D-B915-10823EA710BA}" type="sibTrans" cxnId="{F6C8FDE4-5405-B241-ACC0-2CB489F9EAE9}">
      <dgm:prSet/>
      <dgm:spPr/>
      <dgm:t>
        <a:bodyPr/>
        <a:lstStyle/>
        <a:p>
          <a:endParaRPr lang="en-GB"/>
        </a:p>
      </dgm:t>
    </dgm:pt>
    <dgm:pt modelId="{05A2766F-3E85-C840-8DE1-63421CC39269}">
      <dgm:prSet custT="1"/>
      <dgm:spPr/>
      <dgm:t>
        <a:bodyPr/>
        <a:lstStyle/>
        <a:p>
          <a:pPr>
            <a:buNone/>
          </a:pPr>
          <a:r>
            <a:rPr lang="en-IN" sz="2200" b="1" i="0" dirty="0">
              <a:latin typeface="Aptos" panose="020B0004020202020204" pitchFamily="34" charset="0"/>
            </a:rPr>
            <a:t>IMPACT</a:t>
          </a:r>
          <a:endParaRPr lang="ar-AE" sz="2200" b="0" i="0" dirty="0">
            <a:latin typeface="Aptos" panose="020B0004020202020204" pitchFamily="34" charset="0"/>
          </a:endParaRPr>
        </a:p>
      </dgm:t>
    </dgm:pt>
    <dgm:pt modelId="{C7D08E41-B4B7-BE42-8316-901E12A9865A}" type="parTrans" cxnId="{106421FF-6CD1-7C4E-B72A-EA72AAD49EE4}">
      <dgm:prSet/>
      <dgm:spPr/>
      <dgm:t>
        <a:bodyPr/>
        <a:lstStyle/>
        <a:p>
          <a:endParaRPr lang="en-GB"/>
        </a:p>
      </dgm:t>
    </dgm:pt>
    <dgm:pt modelId="{D96D4252-099D-6C44-82E9-230DE9AA1120}" type="sibTrans" cxnId="{106421FF-6CD1-7C4E-B72A-EA72AAD49EE4}">
      <dgm:prSet/>
      <dgm:spPr/>
      <dgm:t>
        <a:bodyPr/>
        <a:lstStyle/>
        <a:p>
          <a:endParaRPr lang="en-GB"/>
        </a:p>
      </dgm:t>
    </dgm:pt>
    <dgm:pt modelId="{5DF81E50-61A0-164C-B0CE-6C823BB80EE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dirty="0">
              <a:latin typeface="Aptos" panose="020B0004020202020204" pitchFamily="34" charset="0"/>
            </a:rPr>
            <a:t>Comparable risk per trade</a:t>
          </a:r>
        </a:p>
        <a:p>
          <a:pPr>
            <a:buNone/>
          </a:pPr>
          <a:r>
            <a:rPr lang="en-IN" sz="1200" dirty="0">
              <a:latin typeface="Aptos" panose="020B0004020202020204" pitchFamily="34" charset="0"/>
            </a:rPr>
            <a:t>Lower drawdowns during volatility spikes</a:t>
          </a:r>
          <a:endParaRPr lang="en-IN" sz="1200" b="0" i="0" dirty="0">
            <a:latin typeface="Aptos" panose="020B0004020202020204" pitchFamily="34" charset="0"/>
          </a:endParaRPr>
        </a:p>
      </dgm:t>
    </dgm:pt>
    <dgm:pt modelId="{F946B1AB-FBAD-1A40-BE44-19AE74C5CD24}" type="parTrans" cxnId="{C2075E3E-8FF7-E440-AAA4-64EA1F01F487}">
      <dgm:prSet/>
      <dgm:spPr/>
      <dgm:t>
        <a:bodyPr/>
        <a:lstStyle/>
        <a:p>
          <a:endParaRPr lang="en-GB"/>
        </a:p>
      </dgm:t>
    </dgm:pt>
    <dgm:pt modelId="{F2BE957C-C772-924E-808B-1B3A446B1C12}" type="sibTrans" cxnId="{C2075E3E-8FF7-E440-AAA4-64EA1F01F487}">
      <dgm:prSet/>
      <dgm:spPr/>
      <dgm:t>
        <a:bodyPr/>
        <a:lstStyle/>
        <a:p>
          <a:endParaRPr lang="en-GB"/>
        </a:p>
      </dgm:t>
    </dgm:pt>
    <dgm:pt modelId="{06C7CBF5-6EB6-C143-9F22-D5C6B5E0F71B}">
      <dgm:prSet custT="1"/>
      <dgm:spPr/>
      <dgm:t>
        <a:bodyPr/>
        <a:lstStyle/>
        <a:p>
          <a:pPr>
            <a:buNone/>
          </a:pPr>
          <a:r>
            <a:rPr lang="en-IN" sz="2200" b="1" i="0" dirty="0">
              <a:latin typeface="Aptos" panose="020B0004020202020204" pitchFamily="34" charset="0"/>
            </a:rPr>
            <a:t>WHAT?</a:t>
          </a:r>
        </a:p>
      </dgm:t>
    </dgm:pt>
    <dgm:pt modelId="{96A6F835-111B-6540-BB06-1808B60BE1FD}" type="parTrans" cxnId="{FFA50441-3C89-3F4E-8359-2AD333FF9CF5}">
      <dgm:prSet/>
      <dgm:spPr/>
      <dgm:t>
        <a:bodyPr/>
        <a:lstStyle/>
        <a:p>
          <a:endParaRPr lang="en-GB"/>
        </a:p>
      </dgm:t>
    </dgm:pt>
    <dgm:pt modelId="{338F625B-5CC0-3A4E-8C04-EB742CC583D2}" type="sibTrans" cxnId="{FFA50441-3C89-3F4E-8359-2AD333FF9CF5}">
      <dgm:prSet/>
      <dgm:spPr/>
      <dgm:t>
        <a:bodyPr/>
        <a:lstStyle/>
        <a:p>
          <a:endParaRPr lang="en-GB"/>
        </a:p>
      </dgm:t>
    </dgm:pt>
    <dgm:pt modelId="{D498879E-9196-6A4A-BCF6-A6E19DE0DABD}">
      <dgm:prSet custT="1"/>
      <dgm:spPr/>
      <dgm:t>
        <a:bodyPr/>
        <a:lstStyle/>
        <a:p>
          <a:pPr>
            <a:buNone/>
          </a:pPr>
          <a:r>
            <a:rPr lang="en-IN" sz="1200" dirty="0">
              <a:latin typeface="Aptos" panose="020B0004020202020204" pitchFamily="34" charset="0"/>
            </a:rPr>
            <a:t>Limited tree depth</a:t>
          </a:r>
        </a:p>
        <a:p>
          <a:pPr>
            <a:buNone/>
          </a:pPr>
          <a:r>
            <a:rPr lang="en-IN" sz="1200" dirty="0">
              <a:latin typeface="Aptos" panose="020B0004020202020204" pitchFamily="34" charset="0"/>
            </a:rPr>
            <a:t>Minimum samples per split</a:t>
          </a:r>
        </a:p>
        <a:p>
          <a:pPr>
            <a:buNone/>
          </a:pPr>
          <a:r>
            <a:rPr lang="en-IN" sz="1200" dirty="0">
              <a:latin typeface="Aptos" panose="020B0004020202020204" pitchFamily="34" charset="0"/>
            </a:rPr>
            <a:t>Walk-forward retraining</a:t>
          </a:r>
          <a:endParaRPr lang="en-GB" sz="1200" dirty="0">
            <a:latin typeface="Aptos" panose="020B0004020202020204" pitchFamily="34" charset="0"/>
          </a:endParaRPr>
        </a:p>
      </dgm:t>
    </dgm:pt>
    <dgm:pt modelId="{C3B7F7DA-AA3A-DE45-83F8-D5A1DCD094C6}" type="parTrans" cxnId="{E7ECE374-6A8A-BE49-9392-65B6877BFC8C}">
      <dgm:prSet/>
      <dgm:spPr/>
      <dgm:t>
        <a:bodyPr/>
        <a:lstStyle/>
        <a:p>
          <a:endParaRPr lang="en-GB"/>
        </a:p>
      </dgm:t>
    </dgm:pt>
    <dgm:pt modelId="{FA97F7E8-D94F-6846-8B38-9EB632A2E7E8}" type="sibTrans" cxnId="{E7ECE374-6A8A-BE49-9392-65B6877BFC8C}">
      <dgm:prSet/>
      <dgm:spPr/>
      <dgm:t>
        <a:bodyPr/>
        <a:lstStyle/>
        <a:p>
          <a:endParaRPr lang="en-GB"/>
        </a:p>
      </dgm:t>
    </dgm:pt>
    <dgm:pt modelId="{6FC9CF73-5196-354B-B743-FEB365286029}">
      <dgm:prSet custT="1"/>
      <dgm:spPr/>
      <dgm:t>
        <a:bodyPr/>
        <a:lstStyle/>
        <a:p>
          <a:pPr>
            <a:buNone/>
          </a:pPr>
          <a:r>
            <a:rPr lang="en-GB" sz="2200" b="1" dirty="0">
              <a:latin typeface="Aptos" panose="020B0004020202020204" pitchFamily="34" charset="0"/>
            </a:rPr>
            <a:t>WHY?</a:t>
          </a:r>
        </a:p>
      </dgm:t>
    </dgm:pt>
    <dgm:pt modelId="{CA0F4711-E153-274A-B863-26168F3096DF}" type="parTrans" cxnId="{45D98286-3E46-5843-A6CB-2245BEC2D082}">
      <dgm:prSet/>
      <dgm:spPr/>
      <dgm:t>
        <a:bodyPr/>
        <a:lstStyle/>
        <a:p>
          <a:endParaRPr lang="en-GB"/>
        </a:p>
      </dgm:t>
    </dgm:pt>
    <dgm:pt modelId="{1D7C2E72-D4BB-064A-9B49-2E120818E233}" type="sibTrans" cxnId="{45D98286-3E46-5843-A6CB-2245BEC2D082}">
      <dgm:prSet/>
      <dgm:spPr/>
      <dgm:t>
        <a:bodyPr/>
        <a:lstStyle/>
        <a:p>
          <a:endParaRPr lang="en-GB"/>
        </a:p>
      </dgm:t>
    </dgm:pt>
    <dgm:pt modelId="{AAB0549F-44D5-0E42-BF10-FFC84B9AADC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200" b="1" i="0" dirty="0">
              <a:latin typeface="Aptos" panose="020B0004020202020204" pitchFamily="34" charset="0"/>
            </a:rPr>
            <a:t>IMPACT</a:t>
          </a:r>
        </a:p>
      </dgm:t>
    </dgm:pt>
    <dgm:pt modelId="{D1B726DF-4FB0-9749-99D1-BF81B246BDE5}" type="parTrans" cxnId="{940AFC26-31B1-8C42-BA19-9365228555A5}">
      <dgm:prSet/>
      <dgm:spPr/>
      <dgm:t>
        <a:bodyPr/>
        <a:lstStyle/>
        <a:p>
          <a:endParaRPr lang="en-GB"/>
        </a:p>
      </dgm:t>
    </dgm:pt>
    <dgm:pt modelId="{FB936352-0980-0B4B-8A47-48CD92B5CA28}" type="sibTrans" cxnId="{940AFC26-31B1-8C42-BA19-9365228555A5}">
      <dgm:prSet/>
      <dgm:spPr/>
      <dgm:t>
        <a:bodyPr/>
        <a:lstStyle/>
        <a:p>
          <a:endParaRPr lang="en-GB"/>
        </a:p>
      </dgm:t>
    </dgm:pt>
    <dgm:pt modelId="{3B868A44-E752-C944-92C0-E891291CFAA8}">
      <dgm:prSet custT="1"/>
      <dgm:spPr/>
      <dgm:t>
        <a:bodyPr/>
        <a:lstStyle/>
        <a:p>
          <a:pPr>
            <a:buNone/>
          </a:pPr>
          <a:r>
            <a:rPr lang="en-IN" sz="1000" b="0" i="0" dirty="0"/>
            <a:t>Reduces model variance</a:t>
          </a:r>
        </a:p>
        <a:p>
          <a:pPr>
            <a:buFont typeface="Arial" panose="020B0604020202020204" pitchFamily="34" charset="0"/>
            <a:buChar char="•"/>
          </a:pPr>
          <a:r>
            <a:rPr lang="en-IN" sz="1000" b="0" i="0" dirty="0"/>
            <a:t>Avoids memorization</a:t>
          </a:r>
          <a:endParaRPr lang="en-GB" sz="1000" dirty="0">
            <a:latin typeface="Aptos" panose="020B0004020202020204" pitchFamily="34" charset="0"/>
          </a:endParaRPr>
        </a:p>
      </dgm:t>
    </dgm:pt>
    <dgm:pt modelId="{D96E315F-6D6E-BD4B-AC8A-AE6DC0BA342D}" type="parTrans" cxnId="{BA2FDF96-5384-3544-9255-1BEE3683ADAD}">
      <dgm:prSet/>
      <dgm:spPr/>
      <dgm:t>
        <a:bodyPr/>
        <a:lstStyle/>
        <a:p>
          <a:endParaRPr lang="en-GB"/>
        </a:p>
      </dgm:t>
    </dgm:pt>
    <dgm:pt modelId="{17ABAF3D-2578-C042-B3E1-4A367CE15A25}" type="sibTrans" cxnId="{BA2FDF96-5384-3544-9255-1BEE3683ADAD}">
      <dgm:prSet/>
      <dgm:spPr/>
      <dgm:t>
        <a:bodyPr/>
        <a:lstStyle/>
        <a:p>
          <a:endParaRPr lang="en-GB"/>
        </a:p>
      </dgm:t>
    </dgm:pt>
    <dgm:pt modelId="{6D805681-590E-1347-836A-071978F2A3CA}">
      <dgm:prSet phldrT="[Text]" custT="1"/>
      <dgm:spPr/>
      <dgm:t>
        <a:bodyPr/>
        <a:lstStyle/>
        <a:p>
          <a:pPr>
            <a:buNone/>
          </a:pPr>
          <a:r>
            <a:rPr lang="en-GB" sz="2200" b="1">
              <a:latin typeface="Aptos" panose="020B0004020202020204" pitchFamily="34" charset="0"/>
            </a:rPr>
            <a:t>WHAT?</a:t>
          </a:r>
          <a:endParaRPr lang="en-GB" sz="2200" b="1" dirty="0">
            <a:latin typeface="Aptos" panose="020B0004020202020204" pitchFamily="34" charset="0"/>
          </a:endParaRPr>
        </a:p>
      </dgm:t>
    </dgm:pt>
    <dgm:pt modelId="{97FC3B90-F21C-7E46-B840-BFCBB2B2FF8A}" type="parTrans" cxnId="{960A536C-EC31-4A4F-B5A0-B99A846AF557}">
      <dgm:prSet/>
      <dgm:spPr/>
      <dgm:t>
        <a:bodyPr/>
        <a:lstStyle/>
        <a:p>
          <a:endParaRPr lang="en-GB"/>
        </a:p>
      </dgm:t>
    </dgm:pt>
    <dgm:pt modelId="{0AD115D5-C9D8-1847-B1DD-91BDD864F450}" type="sibTrans" cxnId="{960A536C-EC31-4A4F-B5A0-B99A846AF557}">
      <dgm:prSet/>
      <dgm:spPr/>
      <dgm:t>
        <a:bodyPr/>
        <a:lstStyle/>
        <a:p>
          <a:endParaRPr lang="en-GB"/>
        </a:p>
      </dgm:t>
    </dgm:pt>
    <dgm:pt modelId="{C42C448F-DA64-B94F-A244-EFC38DF7AB53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200" b="1" i="0" dirty="0">
              <a:latin typeface="Aptos" panose="020B0004020202020204" pitchFamily="34" charset="0"/>
            </a:rPr>
            <a:t>WHY?</a:t>
          </a:r>
          <a:endParaRPr lang="en-IN" sz="2200" b="0" i="0" dirty="0">
            <a:latin typeface="Aptos" panose="020B0004020202020204" pitchFamily="34" charset="0"/>
          </a:endParaRPr>
        </a:p>
      </dgm:t>
    </dgm:pt>
    <dgm:pt modelId="{F42A19C6-3B01-DE4A-B4D5-60CA3073BFA7}" type="sibTrans" cxnId="{D5E25BB1-7B79-114C-B95A-D570A722C9D4}">
      <dgm:prSet/>
      <dgm:spPr/>
      <dgm:t>
        <a:bodyPr/>
        <a:lstStyle/>
        <a:p>
          <a:endParaRPr lang="en-GB"/>
        </a:p>
      </dgm:t>
    </dgm:pt>
    <dgm:pt modelId="{1EF8F558-F2A9-7548-849E-472963FEF2EF}" type="parTrans" cxnId="{D5E25BB1-7B79-114C-B95A-D570A722C9D4}">
      <dgm:prSet/>
      <dgm:spPr/>
      <dgm:t>
        <a:bodyPr/>
        <a:lstStyle/>
        <a:p>
          <a:endParaRPr lang="en-GB"/>
        </a:p>
      </dgm:t>
    </dgm:pt>
    <dgm:pt modelId="{104DE919-E98A-F244-9506-1707DC4CEA30}">
      <dgm:prSet phldrT="[Text]" custT="1"/>
      <dgm:spPr/>
      <dgm:t>
        <a:bodyPr/>
        <a:lstStyle/>
        <a:p>
          <a:pPr>
            <a:buNone/>
          </a:pPr>
          <a:r>
            <a:rPr lang="en-IN" sz="1200" dirty="0">
              <a:latin typeface="Aptos" panose="020B0004020202020204" pitchFamily="34" charset="0"/>
            </a:rPr>
            <a:t>Fewer trades</a:t>
          </a:r>
        </a:p>
        <a:p>
          <a:pPr>
            <a:buNone/>
          </a:pPr>
          <a:r>
            <a:rPr lang="en-IN" sz="1200" dirty="0">
              <a:latin typeface="Aptos" panose="020B0004020202020204" pitchFamily="34" charset="0"/>
            </a:rPr>
            <a:t>Higher conditional return per trade</a:t>
          </a:r>
          <a:endParaRPr lang="en-IN" sz="1200" b="1" i="0" dirty="0">
            <a:latin typeface="Aptos" panose="020B0004020202020204" pitchFamily="34" charset="0"/>
          </a:endParaRPr>
        </a:p>
      </dgm:t>
    </dgm:pt>
    <dgm:pt modelId="{729A83F9-1F61-0247-A049-A31334646EA1}" type="parTrans" cxnId="{ADE71F1D-3A8E-0940-960C-08470C170142}">
      <dgm:prSet/>
      <dgm:spPr/>
      <dgm:t>
        <a:bodyPr/>
        <a:lstStyle/>
        <a:p>
          <a:endParaRPr lang="en-GB"/>
        </a:p>
      </dgm:t>
    </dgm:pt>
    <dgm:pt modelId="{BEFFE3A7-E7B4-9943-96E2-F9327D5D719F}" type="sibTrans" cxnId="{ADE71F1D-3A8E-0940-960C-08470C170142}">
      <dgm:prSet/>
      <dgm:spPr/>
      <dgm:t>
        <a:bodyPr/>
        <a:lstStyle/>
        <a:p>
          <a:endParaRPr lang="en-GB"/>
        </a:p>
      </dgm:t>
    </dgm:pt>
    <dgm:pt modelId="{3FF57D8E-5D6D-804F-86BD-D13F7678B745}">
      <dgm:prSet phldrT="[Text]" custT="1"/>
      <dgm:spPr/>
      <dgm:t>
        <a:bodyPr/>
        <a:lstStyle/>
        <a:p>
          <a:pPr>
            <a:buNone/>
          </a:pPr>
          <a:r>
            <a:rPr lang="en-IN" sz="1200" dirty="0">
              <a:latin typeface="Aptos" panose="020B0004020202020204" pitchFamily="34" charset="0"/>
            </a:rPr>
            <a:t>Enforces directional neutrality</a:t>
          </a:r>
        </a:p>
        <a:p>
          <a:pPr>
            <a:buNone/>
          </a:pPr>
          <a:r>
            <a:rPr lang="en-IN" sz="1200" dirty="0">
              <a:latin typeface="Aptos" panose="020B0004020202020204" pitchFamily="34" charset="0"/>
            </a:rPr>
            <a:t>Prevents sample-driven bias</a:t>
          </a:r>
          <a:endParaRPr lang="en-GB" sz="1200" dirty="0">
            <a:latin typeface="Aptos" panose="020B0004020202020204" pitchFamily="34" charset="0"/>
          </a:endParaRPr>
        </a:p>
      </dgm:t>
    </dgm:pt>
    <dgm:pt modelId="{DCD1F743-C789-7543-A5E8-F2B5B525CAF9}" type="parTrans" cxnId="{0F8F2B47-2ACF-2D4D-890F-7A07DB946813}">
      <dgm:prSet/>
      <dgm:spPr/>
      <dgm:t>
        <a:bodyPr/>
        <a:lstStyle/>
        <a:p>
          <a:endParaRPr lang="en-GB"/>
        </a:p>
      </dgm:t>
    </dgm:pt>
    <dgm:pt modelId="{49CB5794-BC90-8849-B509-690F2E50C2BE}" type="sibTrans" cxnId="{0F8F2B47-2ACF-2D4D-890F-7A07DB946813}">
      <dgm:prSet/>
      <dgm:spPr/>
      <dgm:t>
        <a:bodyPr/>
        <a:lstStyle/>
        <a:p>
          <a:endParaRPr lang="en-GB"/>
        </a:p>
      </dgm:t>
    </dgm:pt>
    <dgm:pt modelId="{F2C081BF-48E4-5246-8310-CCBBCDD69CAB}">
      <dgm:prSet phldrT="[Text]" custT="1"/>
      <dgm:spPr/>
      <dgm:t>
        <a:bodyPr/>
        <a:lstStyle/>
        <a:p>
          <a:pPr>
            <a:buNone/>
          </a:pPr>
          <a:r>
            <a:rPr lang="en-GB" sz="2200" b="1" dirty="0">
              <a:latin typeface="Aptos" panose="020B0004020202020204" pitchFamily="34" charset="0"/>
            </a:rPr>
            <a:t>IMPACT</a:t>
          </a:r>
        </a:p>
      </dgm:t>
    </dgm:pt>
    <dgm:pt modelId="{D7B756E7-78B4-B241-97D8-EF04DD552712}" type="parTrans" cxnId="{75E3133C-DFF8-864C-8D92-FF30C7F6EC2D}">
      <dgm:prSet/>
      <dgm:spPr/>
      <dgm:t>
        <a:bodyPr/>
        <a:lstStyle/>
        <a:p>
          <a:endParaRPr lang="en-GB"/>
        </a:p>
      </dgm:t>
    </dgm:pt>
    <dgm:pt modelId="{BFC8C801-6DE9-E947-B02D-D850AF4E4EA8}" type="sibTrans" cxnId="{75E3133C-DFF8-864C-8D92-FF30C7F6EC2D}">
      <dgm:prSet/>
      <dgm:spPr/>
      <dgm:t>
        <a:bodyPr/>
        <a:lstStyle/>
        <a:p>
          <a:endParaRPr lang="en-GB"/>
        </a:p>
      </dgm:t>
    </dgm:pt>
    <dgm:pt modelId="{A5B9762B-76C1-F14A-B45C-F83BB288B1DD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b="0" i="0" dirty="0">
              <a:latin typeface="Aptos" panose="020B0004020202020204" pitchFamily="34" charset="0"/>
            </a:rPr>
            <a:t>Stable behaviour across bull and bear regimes</a:t>
          </a:r>
          <a:endParaRPr lang="en-GB" sz="1200" b="1" dirty="0">
            <a:latin typeface="Aptos" panose="020B0004020202020204" pitchFamily="34" charset="0"/>
          </a:endParaRPr>
        </a:p>
      </dgm:t>
    </dgm:pt>
    <dgm:pt modelId="{3C0BC1A5-FDFF-E141-813B-7EE8924C316C}" type="parTrans" cxnId="{D0B5A36B-8BB5-964E-AACB-0AAFECB80103}">
      <dgm:prSet/>
      <dgm:spPr/>
      <dgm:t>
        <a:bodyPr/>
        <a:lstStyle/>
        <a:p>
          <a:endParaRPr lang="en-GB"/>
        </a:p>
      </dgm:t>
    </dgm:pt>
    <dgm:pt modelId="{77656DD7-EC39-834B-8FFF-53EFC5A42AC8}" type="sibTrans" cxnId="{D0B5A36B-8BB5-964E-AACB-0AAFECB80103}">
      <dgm:prSet/>
      <dgm:spPr/>
      <dgm:t>
        <a:bodyPr/>
        <a:lstStyle/>
        <a:p>
          <a:endParaRPr lang="en-GB"/>
        </a:p>
      </dgm:t>
    </dgm:pt>
    <dgm:pt modelId="{A301C529-AA6A-AD42-9FD8-F185F84A8C2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b="0" i="0" dirty="0">
              <a:latin typeface="Aptos" panose="020B0004020202020204" pitchFamily="34" charset="0"/>
            </a:rPr>
            <a:t>Robust out-of-sample performance</a:t>
          </a:r>
        </a:p>
        <a:p>
          <a:pPr>
            <a:buFont typeface="Arial" panose="020B0604020202020204" pitchFamily="34" charset="0"/>
            <a:buChar char="•"/>
          </a:pPr>
          <a:r>
            <a:rPr lang="en-IN" sz="1200" b="0" i="0" u="none" dirty="0">
              <a:latin typeface="Aptos" panose="020B0004020202020204" pitchFamily="34" charset="0"/>
            </a:rPr>
            <a:t>Strict temporal causality (no look-ahead)</a:t>
          </a:r>
          <a:endParaRPr lang="en-IN" sz="1200" b="1" i="0" dirty="0">
            <a:latin typeface="Aptos" panose="020B0004020202020204" pitchFamily="34" charset="0"/>
          </a:endParaRPr>
        </a:p>
      </dgm:t>
    </dgm:pt>
    <dgm:pt modelId="{10589964-F214-A744-8F49-32D8E7AE041A}" type="parTrans" cxnId="{21B53558-5899-F948-9530-327DFEA9771E}">
      <dgm:prSet/>
      <dgm:spPr/>
      <dgm:t>
        <a:bodyPr/>
        <a:lstStyle/>
        <a:p>
          <a:endParaRPr lang="en-GB"/>
        </a:p>
      </dgm:t>
    </dgm:pt>
    <dgm:pt modelId="{83486E39-C6BE-F94F-B52A-B7DF7BC41C3C}" type="sibTrans" cxnId="{21B53558-5899-F948-9530-327DFEA9771E}">
      <dgm:prSet/>
      <dgm:spPr/>
      <dgm:t>
        <a:bodyPr/>
        <a:lstStyle/>
        <a:p>
          <a:endParaRPr lang="en-GB"/>
        </a:p>
      </dgm:t>
    </dgm:pt>
    <mc:AlternateContent xmlns:mc="http://schemas.openxmlformats.org/markup-compatibility/2006" xmlns:a14="http://schemas.microsoft.com/office/drawing/2010/main">
      <mc:Choice Requires="a14">
        <dgm:pt modelId="{B7C45F6B-9A59-814E-8CB3-4700751F8682}">
          <dgm:prSet phldrT="[Text]" custT="1"/>
          <dgm:spPr/>
          <dgm:t>
            <a:bodyPr/>
            <a:lstStyle/>
            <a:p>
              <a:pPr>
                <a:buNone/>
              </a:pPr>
              <a:endParaRPr lang="en-US" sz="1200" b="0" i="0" dirty="0">
                <a:latin typeface="Cambria Math" panose="02040503050406030204" pitchFamily="18" charset="0"/>
              </a:endParaRPr>
            </a:p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IN" sz="1200" b="0" i="0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sepChr m:val="∣"/>
                        <m:ctrlPr>
                          <a:rPr lang="en-IN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1200" b="0" i="0" dirty="0" err="1" smtClean="0">
                            <a:latin typeface="Cambria Math" panose="02040503050406030204" pitchFamily="18" charset="0"/>
                          </a:rPr>
                          <m:t>Direction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IN" sz="1200" b="0" i="0" dirty="0" err="1" smtClean="0">
                            <a:latin typeface="Cambria Math" panose="02040503050406030204" pitchFamily="18" charset="0"/>
                          </a:rPr>
                          <m:t>Market</m:t>
                        </m:r>
                        <m:r>
                          <a:rPr lang="en-IN" sz="12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1200" b="0" i="0" dirty="0" smtClean="0">
                            <a:latin typeface="Cambria Math" panose="02040503050406030204" pitchFamily="18" charset="0"/>
                          </a:rPr>
                          <m:t>State</m:t>
                        </m:r>
                      </m:e>
                    </m:d>
                    <m:r>
                      <a:rPr lang="en-IN" sz="12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sz="12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IN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200" b="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sz="1200" b="0" i="0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sz="1200" b="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1200" b="0" i="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l-GR" sz="1200" b="0" i="0" dirty="0" smtClean="0">
                            <a:latin typeface="Cambria Math" panose="02040503050406030204" pitchFamily="18" charset="0"/>
                          </a:rPr>
                          <m:t>ε</m:t>
                        </m:r>
                        <m:r>
                          <a:rPr lang="el-GR" sz="1200" b="0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l-GR" sz="1200" b="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l-GR" sz="1200" b="0" i="0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l-GR" sz="1200" b="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l-GR" sz="1200" b="0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l-GR" sz="1200" b="0" i="0" dirty="0" smtClean="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</m:d>
                  </m:oMath>
                </m:oMathPara>
              </a14:m>
              <a:endParaRPr lang="en-US" sz="1200" b="0" i="0" dirty="0">
                <a:latin typeface="Cambria Math" panose="02040503050406030204" pitchFamily="18" charset="0"/>
              </a:endParaRPr>
            </a:p>
            <a:p>
              <a:pPr>
                <a:buNone/>
              </a:pPr>
              <a:r>
                <a:rPr lang="en-IN" sz="800" b="0" i="0" u="none" dirty="0">
                  <a:latin typeface="Aptos" panose="020B0004020202020204" pitchFamily="34" charset="0"/>
                </a:rPr>
                <a:t>*Explicit no-trade buffer around 50%</a:t>
              </a:r>
              <a:endParaRPr lang="en-US" sz="800" b="0" i="0" dirty="0">
                <a:latin typeface="Aptos" panose="020B0004020202020204" pitchFamily="34" charset="0"/>
              </a:endParaRPr>
            </a:p>
            <a:p>
              <a:pPr>
                <a:buNone/>
              </a:pPr>
              <a:endParaRPr/>
            </a:p>
          </dgm:t>
        </dgm:pt>
      </mc:Choice>
      <mc:Fallback xmlns="">
        <dgm:pt modelId="{B7C45F6B-9A59-814E-8CB3-4700751F8682}">
          <dgm:prSet phldrT="[Text]" custT="1"/>
          <dgm:spPr/>
          <dgm:t>
            <a:bodyPr/>
            <a:lstStyle/>
            <a:p>
              <a:pPr>
                <a:buNone/>
              </a:pPr>
              <a:endParaRPr lang="en-US" sz="1200" b="0" i="0" dirty="0">
                <a:latin typeface="Cambria Math" panose="02040503050406030204" pitchFamily="18" charset="0"/>
              </a:endParaRPr>
            </a:p>
            <a:p>
              <a:pPr>
                <a:buNone/>
              </a:pPr>
              <a:r>
                <a:rPr lang="en-IN" sz="1200" b="0" i="0" dirty="0">
                  <a:latin typeface="Cambria Math" panose="02040503050406030204" pitchFamily="18" charset="0"/>
                </a:rPr>
                <a:t>𝑃(</a:t>
              </a:r>
              <a:r>
                <a:rPr lang="en-IN" sz="1200" b="0" i="0" dirty="0" err="1">
                  <a:latin typeface="Cambria Math" panose="02040503050406030204" pitchFamily="18" charset="0"/>
                </a:rPr>
                <a:t>Direction∣Market</a:t>
              </a:r>
              <a:r>
                <a:rPr lang="en-IN" sz="1200" b="0" i="0" dirty="0">
                  <a:latin typeface="Cambria Math" panose="02040503050406030204" pitchFamily="18" charset="0"/>
                </a:rPr>
                <a:t> State)</a:t>
              </a:r>
              <a:r>
                <a:rPr lang="en-IN" sz="1200" b="0" i="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∉</a:t>
              </a:r>
              <a:r>
                <a:rPr lang="en-US" sz="1200" b="0" i="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</a:t>
              </a:r>
              <a:r>
                <a:rPr lang="en-IN" sz="1200" b="0" i="0" dirty="0">
                  <a:latin typeface="Cambria Math" panose="02040503050406030204" pitchFamily="18" charset="0"/>
                </a:rPr>
                <a:t>[0.5−</a:t>
              </a:r>
              <a:r>
                <a:rPr lang="el-GR" sz="1200" b="0" i="0" dirty="0">
                  <a:latin typeface="Cambria Math" panose="02040503050406030204" pitchFamily="18" charset="0"/>
                </a:rPr>
                <a:t>ε,0.5+ε]</a:t>
              </a:r>
              <a:endParaRPr lang="en-US" sz="1200" b="0" i="0" dirty="0">
                <a:latin typeface="Cambria Math" panose="02040503050406030204" pitchFamily="18" charset="0"/>
              </a:endParaRPr>
            </a:p>
            <a:p>
              <a:pPr>
                <a:buNone/>
              </a:pPr>
              <a:r>
                <a:rPr lang="en-IN" sz="800" b="0" i="0" u="none" dirty="0">
                  <a:latin typeface="Aptos" panose="020B0004020202020204" pitchFamily="34" charset="0"/>
                </a:rPr>
                <a:t>*Explicit no-trade buffer around 50%</a:t>
              </a:r>
              <a:endParaRPr lang="en-US" sz="800" b="0" i="0" dirty="0">
                <a:latin typeface="Aptos" panose="020B0004020202020204" pitchFamily="34" charset="0"/>
              </a:endParaRPr>
            </a:p>
            <a:p>
              <a:pPr>
                <a:buNone/>
              </a:pPr>
              <a14:m xmlns:a14="http://schemas.microsoft.com/office/drawing/2010/main"/>
            </a:p>
          </dgm:t>
        </dgm:pt>
      </mc:Fallback>
    </mc:AlternateContent>
    <dgm:pt modelId="{A87FE83C-85B7-FC46-A109-B898F04D4F7F}" type="sibTrans" cxnId="{2777BA15-E5F0-3E46-8631-FEAD61AC9F30}">
      <dgm:prSet/>
      <dgm:spPr/>
      <dgm:t>
        <a:bodyPr/>
        <a:lstStyle/>
        <a:p>
          <a:endParaRPr lang="en-GB"/>
        </a:p>
      </dgm:t>
    </dgm:pt>
    <dgm:pt modelId="{67F3C680-9D47-EE42-99F0-727F848FF78E}" type="parTrans" cxnId="{2777BA15-E5F0-3E46-8631-FEAD61AC9F30}">
      <dgm:prSet/>
      <dgm:spPr/>
      <dgm:t>
        <a:bodyPr/>
        <a:lstStyle/>
        <a:p>
          <a:endParaRPr lang="en-GB"/>
        </a:p>
      </dgm:t>
    </dgm:pt>
    <dgm:pt modelId="{3EA4CAE9-4D25-DE4E-9868-BC2EEBB8D508}" type="pres">
      <dgm:prSet presAssocID="{448F206F-4419-7944-B9E1-EED70A891755}" presName="Name0" presStyleCnt="0">
        <dgm:presLayoutVars>
          <dgm:dir/>
          <dgm:animLvl val="lvl"/>
          <dgm:resizeHandles val="exact"/>
        </dgm:presLayoutVars>
      </dgm:prSet>
      <dgm:spPr/>
    </dgm:pt>
    <dgm:pt modelId="{57D967D1-6123-024E-9694-0D877865DEC4}" type="pres">
      <dgm:prSet presAssocID="{D403197C-5435-0249-9FAA-BA59B9ABDEF2}" presName="vertFlow" presStyleCnt="0"/>
      <dgm:spPr/>
    </dgm:pt>
    <dgm:pt modelId="{E575526B-17ED-2043-947A-DB907384ED8D}" type="pres">
      <dgm:prSet presAssocID="{D403197C-5435-0249-9FAA-BA59B9ABDEF2}" presName="header" presStyleLbl="node1" presStyleIdx="0" presStyleCnt="4"/>
      <dgm:spPr/>
    </dgm:pt>
    <dgm:pt modelId="{2D4FB173-7718-F940-B059-4121E6DD8911}" type="pres">
      <dgm:prSet presAssocID="{97FC3B90-F21C-7E46-B840-BFCBB2B2FF8A}" presName="parTrans" presStyleLbl="sibTrans2D1" presStyleIdx="0" presStyleCnt="24"/>
      <dgm:spPr/>
    </dgm:pt>
    <dgm:pt modelId="{9E30AE12-76AC-5741-9A4F-10A9E394ABC5}" type="pres">
      <dgm:prSet presAssocID="{6D805681-590E-1347-836A-071978F2A3CA}" presName="child" presStyleLbl="alignAccFollowNode1" presStyleIdx="0" presStyleCnt="24">
        <dgm:presLayoutVars>
          <dgm:chMax val="0"/>
          <dgm:bulletEnabled val="1"/>
        </dgm:presLayoutVars>
      </dgm:prSet>
      <dgm:spPr/>
    </dgm:pt>
    <dgm:pt modelId="{4287427E-AC16-0246-9AB2-28BD46846B82}" type="pres">
      <dgm:prSet presAssocID="{0AD115D5-C9D8-1847-B1DD-91BDD864F450}" presName="sibTrans" presStyleLbl="sibTrans2D1" presStyleIdx="1" presStyleCnt="24"/>
      <dgm:spPr/>
    </dgm:pt>
    <dgm:pt modelId="{406FD62D-79AB-1E45-8D30-82EC307DC935}" type="pres">
      <dgm:prSet presAssocID="{B7C45F6B-9A59-814E-8CB3-4700751F8682}" presName="child" presStyleLbl="alignAccFollowNode1" presStyleIdx="1" presStyleCnt="24">
        <dgm:presLayoutVars>
          <dgm:chMax val="0"/>
          <dgm:bulletEnabled val="1"/>
        </dgm:presLayoutVars>
      </dgm:prSet>
      <dgm:spPr/>
    </dgm:pt>
    <dgm:pt modelId="{DEC8567A-15C3-5244-A883-1B7FE30C4817}" type="pres">
      <dgm:prSet presAssocID="{A87FE83C-85B7-FC46-A109-B898F04D4F7F}" presName="sibTrans" presStyleLbl="sibTrans2D1" presStyleIdx="2" presStyleCnt="24"/>
      <dgm:spPr/>
    </dgm:pt>
    <dgm:pt modelId="{FA5B6EE7-0FBE-A44A-8EED-D6A5E703D783}" type="pres">
      <dgm:prSet presAssocID="{C42C448F-DA64-B94F-A244-EFC38DF7AB53}" presName="child" presStyleLbl="alignAccFollowNode1" presStyleIdx="2" presStyleCnt="24">
        <dgm:presLayoutVars>
          <dgm:chMax val="0"/>
          <dgm:bulletEnabled val="1"/>
        </dgm:presLayoutVars>
      </dgm:prSet>
      <dgm:spPr/>
    </dgm:pt>
    <dgm:pt modelId="{BBEA3E28-1F04-D84F-B31C-8281A1349B9F}" type="pres">
      <dgm:prSet presAssocID="{F42A19C6-3B01-DE4A-B4D5-60CA3073BFA7}" presName="sibTrans" presStyleLbl="sibTrans2D1" presStyleIdx="3" presStyleCnt="24"/>
      <dgm:spPr/>
    </dgm:pt>
    <dgm:pt modelId="{F2354234-F545-5B4B-9645-AE07557CF314}" type="pres">
      <dgm:prSet presAssocID="{30B73650-2558-CC42-B18C-E26B000D4D0B}" presName="child" presStyleLbl="alignAccFollowNode1" presStyleIdx="3" presStyleCnt="24">
        <dgm:presLayoutVars>
          <dgm:chMax val="0"/>
          <dgm:bulletEnabled val="1"/>
        </dgm:presLayoutVars>
      </dgm:prSet>
      <dgm:spPr/>
    </dgm:pt>
    <dgm:pt modelId="{AE11FE10-C1B0-7B4D-A514-209581BE6162}" type="pres">
      <dgm:prSet presAssocID="{F13D6173-CDEB-AE43-BE26-6B2C5B851870}" presName="sibTrans" presStyleLbl="sibTrans2D1" presStyleIdx="4" presStyleCnt="24"/>
      <dgm:spPr/>
    </dgm:pt>
    <dgm:pt modelId="{017EA675-363F-FF4F-BC5F-6CF44CD890D8}" type="pres">
      <dgm:prSet presAssocID="{27FC8017-66BD-D444-B4B9-1C97403D0AC0}" presName="child" presStyleLbl="alignAccFollowNode1" presStyleIdx="4" presStyleCnt="24">
        <dgm:presLayoutVars>
          <dgm:chMax val="0"/>
          <dgm:bulletEnabled val="1"/>
        </dgm:presLayoutVars>
      </dgm:prSet>
      <dgm:spPr/>
    </dgm:pt>
    <dgm:pt modelId="{72520B36-0266-404A-9E2A-B9B1506C73C9}" type="pres">
      <dgm:prSet presAssocID="{D4BF2917-1A8A-1049-9BFA-80CB5F6F6C81}" presName="sibTrans" presStyleLbl="sibTrans2D1" presStyleIdx="5" presStyleCnt="24"/>
      <dgm:spPr/>
    </dgm:pt>
    <dgm:pt modelId="{FFEC5BEF-2658-7441-8028-34B129F3649E}" type="pres">
      <dgm:prSet presAssocID="{104DE919-E98A-F244-9506-1707DC4CEA30}" presName="child" presStyleLbl="alignAccFollowNode1" presStyleIdx="5" presStyleCnt="24">
        <dgm:presLayoutVars>
          <dgm:chMax val="0"/>
          <dgm:bulletEnabled val="1"/>
        </dgm:presLayoutVars>
      </dgm:prSet>
      <dgm:spPr/>
    </dgm:pt>
    <dgm:pt modelId="{BCFAE05D-044C-864A-8B1D-084D48FD86F7}" type="pres">
      <dgm:prSet presAssocID="{D403197C-5435-0249-9FAA-BA59B9ABDEF2}" presName="hSp" presStyleCnt="0"/>
      <dgm:spPr/>
    </dgm:pt>
    <dgm:pt modelId="{8B25A093-1882-4440-923D-CCDE087F826A}" type="pres">
      <dgm:prSet presAssocID="{BE63B91E-EB89-B748-8592-9EF3B876FAB9}" presName="vertFlow" presStyleCnt="0"/>
      <dgm:spPr/>
    </dgm:pt>
    <dgm:pt modelId="{87280B2F-2101-B541-BE04-BC1270223D66}" type="pres">
      <dgm:prSet presAssocID="{BE63B91E-EB89-B748-8592-9EF3B876FAB9}" presName="header" presStyleLbl="node1" presStyleIdx="1" presStyleCnt="4"/>
      <dgm:spPr/>
    </dgm:pt>
    <dgm:pt modelId="{14C41B50-073D-BE49-B6C9-972E4D50AC3F}" type="pres">
      <dgm:prSet presAssocID="{6898A879-7F84-C84A-8BC6-891CF6113DF9}" presName="parTrans" presStyleLbl="sibTrans2D1" presStyleIdx="6" presStyleCnt="24"/>
      <dgm:spPr/>
    </dgm:pt>
    <dgm:pt modelId="{DD808E4F-160B-634D-B6F7-386524366DF0}" type="pres">
      <dgm:prSet presAssocID="{F852D929-CCB4-F740-B6E3-B15E27F57C96}" presName="child" presStyleLbl="alignAccFollowNode1" presStyleIdx="6" presStyleCnt="24">
        <dgm:presLayoutVars>
          <dgm:chMax val="0"/>
          <dgm:bulletEnabled val="1"/>
        </dgm:presLayoutVars>
      </dgm:prSet>
      <dgm:spPr/>
    </dgm:pt>
    <dgm:pt modelId="{F4D2E2BA-B7E3-0148-AD8B-655CC3A0F87D}" type="pres">
      <dgm:prSet presAssocID="{43E81BB5-6F11-B947-B6EC-BD45E4469830}" presName="sibTrans" presStyleLbl="sibTrans2D1" presStyleIdx="7" presStyleCnt="24"/>
      <dgm:spPr/>
    </dgm:pt>
    <dgm:pt modelId="{3FB9A52B-47C0-E149-934D-66AA13F1774E}" type="pres">
      <dgm:prSet presAssocID="{3A4F368B-C826-5F43-B4F2-0B62D1738BA4}" presName="child" presStyleLbl="alignAccFollowNode1" presStyleIdx="7" presStyleCnt="24">
        <dgm:presLayoutVars>
          <dgm:chMax val="0"/>
          <dgm:bulletEnabled val="1"/>
        </dgm:presLayoutVars>
      </dgm:prSet>
      <dgm:spPr/>
    </dgm:pt>
    <dgm:pt modelId="{2CD93046-27BA-B547-94BC-0BB96A82915A}" type="pres">
      <dgm:prSet presAssocID="{A451EA01-E29C-7545-B862-AFD4811E9DBA}" presName="sibTrans" presStyleLbl="sibTrans2D1" presStyleIdx="8" presStyleCnt="24"/>
      <dgm:spPr/>
    </dgm:pt>
    <dgm:pt modelId="{39191A6E-0F29-5349-9D2F-5D347A279262}" type="pres">
      <dgm:prSet presAssocID="{D9FC0F99-77D3-FF47-8BE0-1FF6A6B10104}" presName="child" presStyleLbl="alignAccFollowNode1" presStyleIdx="8" presStyleCnt="24">
        <dgm:presLayoutVars>
          <dgm:chMax val="0"/>
          <dgm:bulletEnabled val="1"/>
        </dgm:presLayoutVars>
      </dgm:prSet>
      <dgm:spPr/>
    </dgm:pt>
    <dgm:pt modelId="{B2342FD4-FFF2-0541-A55C-2243972A1616}" type="pres">
      <dgm:prSet presAssocID="{62102039-668F-1A43-848D-45C7810B60E1}" presName="sibTrans" presStyleLbl="sibTrans2D1" presStyleIdx="9" presStyleCnt="24"/>
      <dgm:spPr/>
    </dgm:pt>
    <dgm:pt modelId="{0771F6CE-1FCF-EA4E-8662-938ADB700860}" type="pres">
      <dgm:prSet presAssocID="{3FF57D8E-5D6D-804F-86BD-D13F7678B745}" presName="child" presStyleLbl="alignAccFollowNode1" presStyleIdx="9" presStyleCnt="24">
        <dgm:presLayoutVars>
          <dgm:chMax val="0"/>
          <dgm:bulletEnabled val="1"/>
        </dgm:presLayoutVars>
      </dgm:prSet>
      <dgm:spPr/>
    </dgm:pt>
    <dgm:pt modelId="{2FC27AF4-302D-1F4E-B8E3-E6FFFE5328F0}" type="pres">
      <dgm:prSet presAssocID="{49CB5794-BC90-8849-B509-690F2E50C2BE}" presName="sibTrans" presStyleLbl="sibTrans2D1" presStyleIdx="10" presStyleCnt="24"/>
      <dgm:spPr/>
    </dgm:pt>
    <dgm:pt modelId="{FF9AE72A-D9E3-ED4E-BEA3-EE35B242AD9D}" type="pres">
      <dgm:prSet presAssocID="{F2C081BF-48E4-5246-8310-CCBBCDD69CAB}" presName="child" presStyleLbl="alignAccFollowNode1" presStyleIdx="10" presStyleCnt="24">
        <dgm:presLayoutVars>
          <dgm:chMax val="0"/>
          <dgm:bulletEnabled val="1"/>
        </dgm:presLayoutVars>
      </dgm:prSet>
      <dgm:spPr/>
    </dgm:pt>
    <dgm:pt modelId="{0367E27C-B2B4-DE42-8533-B288E104BD88}" type="pres">
      <dgm:prSet presAssocID="{BFC8C801-6DE9-E947-B02D-D850AF4E4EA8}" presName="sibTrans" presStyleLbl="sibTrans2D1" presStyleIdx="11" presStyleCnt="24"/>
      <dgm:spPr/>
    </dgm:pt>
    <dgm:pt modelId="{98CC5B59-6AA4-0946-BA01-3C986CD45F0E}" type="pres">
      <dgm:prSet presAssocID="{A5B9762B-76C1-F14A-B45C-F83BB288B1DD}" presName="child" presStyleLbl="alignAccFollowNode1" presStyleIdx="11" presStyleCnt="24">
        <dgm:presLayoutVars>
          <dgm:chMax val="0"/>
          <dgm:bulletEnabled val="1"/>
        </dgm:presLayoutVars>
      </dgm:prSet>
      <dgm:spPr/>
    </dgm:pt>
    <dgm:pt modelId="{BF07A125-3972-9843-B777-10DA5C89E3F9}" type="pres">
      <dgm:prSet presAssocID="{BE63B91E-EB89-B748-8592-9EF3B876FAB9}" presName="hSp" presStyleCnt="0"/>
      <dgm:spPr/>
    </dgm:pt>
    <dgm:pt modelId="{F4CD67B0-176B-9A47-98DB-9635D7E8C06C}" type="pres">
      <dgm:prSet presAssocID="{7D8BD67F-2D10-AE4F-8C57-F9E074346E28}" presName="vertFlow" presStyleCnt="0"/>
      <dgm:spPr/>
    </dgm:pt>
    <dgm:pt modelId="{35DEBDE5-CEB2-4B47-90C0-B74B1C45C261}" type="pres">
      <dgm:prSet presAssocID="{7D8BD67F-2D10-AE4F-8C57-F9E074346E28}" presName="header" presStyleLbl="node1" presStyleIdx="2" presStyleCnt="4"/>
      <dgm:spPr/>
    </dgm:pt>
    <dgm:pt modelId="{09D1F477-48BB-C840-9A58-9D55574D717C}" type="pres">
      <dgm:prSet presAssocID="{C4DF2722-012A-394C-A77B-20916BDF4697}" presName="parTrans" presStyleLbl="sibTrans2D1" presStyleIdx="12" presStyleCnt="24"/>
      <dgm:spPr/>
    </dgm:pt>
    <dgm:pt modelId="{C37DD888-E4AF-A243-A28B-599A4B968E14}" type="pres">
      <dgm:prSet presAssocID="{857BD225-5EE4-6944-A932-7EC9E082717F}" presName="child" presStyleLbl="alignAccFollowNode1" presStyleIdx="12" presStyleCnt="24">
        <dgm:presLayoutVars>
          <dgm:chMax val="0"/>
          <dgm:bulletEnabled val="1"/>
        </dgm:presLayoutVars>
      </dgm:prSet>
      <dgm:spPr/>
    </dgm:pt>
    <dgm:pt modelId="{4D6A1087-13A7-4E4A-A212-A24F70246D23}" type="pres">
      <dgm:prSet presAssocID="{5511C339-F924-5941-850B-AEE56E0681AC}" presName="sibTrans" presStyleLbl="sibTrans2D1" presStyleIdx="13" presStyleCnt="24"/>
      <dgm:spPr/>
    </dgm:pt>
    <dgm:pt modelId="{99EFC528-51AC-B748-A8B9-5B598BFACD81}" type="pres">
      <dgm:prSet presAssocID="{1AABF278-E22B-674E-A321-6C6D24D4AEA1}" presName="child" presStyleLbl="alignAccFollowNode1" presStyleIdx="13" presStyleCnt="24">
        <dgm:presLayoutVars>
          <dgm:chMax val="0"/>
          <dgm:bulletEnabled val="1"/>
        </dgm:presLayoutVars>
      </dgm:prSet>
      <dgm:spPr/>
    </dgm:pt>
    <dgm:pt modelId="{F14AE024-6674-8441-9AEE-F5CCBD12CA47}" type="pres">
      <dgm:prSet presAssocID="{11EBFA99-74C0-2740-A7D9-CB9B89E801A4}" presName="sibTrans" presStyleLbl="sibTrans2D1" presStyleIdx="14" presStyleCnt="24"/>
      <dgm:spPr/>
    </dgm:pt>
    <dgm:pt modelId="{A658CBB8-CADB-6B45-A3C1-7BADB822A7C8}" type="pres">
      <dgm:prSet presAssocID="{701CEC8E-1B5F-7847-B1F2-3B71FB4A731B}" presName="child" presStyleLbl="alignAccFollowNode1" presStyleIdx="14" presStyleCnt="24">
        <dgm:presLayoutVars>
          <dgm:chMax val="0"/>
          <dgm:bulletEnabled val="1"/>
        </dgm:presLayoutVars>
      </dgm:prSet>
      <dgm:spPr/>
    </dgm:pt>
    <dgm:pt modelId="{3FB8086C-EAD2-C745-B953-6748C0FCE0A2}" type="pres">
      <dgm:prSet presAssocID="{9122220C-4B46-5C41-A2D9-168ED8677035}" presName="sibTrans" presStyleLbl="sibTrans2D1" presStyleIdx="15" presStyleCnt="24"/>
      <dgm:spPr/>
    </dgm:pt>
    <dgm:pt modelId="{4118F156-1CEE-4F44-AE7D-49FF908CB37C}" type="pres">
      <dgm:prSet presAssocID="{5E2CDEF9-4DF0-DA44-9E97-5DD302B35E6F}" presName="child" presStyleLbl="alignAccFollowNode1" presStyleIdx="15" presStyleCnt="24">
        <dgm:presLayoutVars>
          <dgm:chMax val="0"/>
          <dgm:bulletEnabled val="1"/>
        </dgm:presLayoutVars>
      </dgm:prSet>
      <dgm:spPr/>
    </dgm:pt>
    <dgm:pt modelId="{8E98C63C-6A7D-6E4F-82F3-60748F33040C}" type="pres">
      <dgm:prSet presAssocID="{F8C688E3-90AA-BD4D-B915-10823EA710BA}" presName="sibTrans" presStyleLbl="sibTrans2D1" presStyleIdx="16" presStyleCnt="24"/>
      <dgm:spPr/>
    </dgm:pt>
    <dgm:pt modelId="{16029690-30E6-EB41-ADF6-49FB6BFF3ACC}" type="pres">
      <dgm:prSet presAssocID="{05A2766F-3E85-C840-8DE1-63421CC39269}" presName="child" presStyleLbl="alignAccFollowNode1" presStyleIdx="16" presStyleCnt="24">
        <dgm:presLayoutVars>
          <dgm:chMax val="0"/>
          <dgm:bulletEnabled val="1"/>
        </dgm:presLayoutVars>
      </dgm:prSet>
      <dgm:spPr/>
    </dgm:pt>
    <dgm:pt modelId="{7D8FD09A-92B8-5445-B4F5-E52BC5ACBD9B}" type="pres">
      <dgm:prSet presAssocID="{D96D4252-099D-6C44-82E9-230DE9AA1120}" presName="sibTrans" presStyleLbl="sibTrans2D1" presStyleIdx="17" presStyleCnt="24"/>
      <dgm:spPr/>
    </dgm:pt>
    <dgm:pt modelId="{02AA93B6-43B2-D248-83DD-AFEDEC2CE22A}" type="pres">
      <dgm:prSet presAssocID="{5DF81E50-61A0-164C-B0CE-6C823BB80EE4}" presName="child" presStyleLbl="alignAccFollowNode1" presStyleIdx="17" presStyleCnt="24">
        <dgm:presLayoutVars>
          <dgm:chMax val="0"/>
          <dgm:bulletEnabled val="1"/>
        </dgm:presLayoutVars>
      </dgm:prSet>
      <dgm:spPr/>
    </dgm:pt>
    <dgm:pt modelId="{FA8E9EB8-AD15-DF45-9DFD-88ACFE6A3F28}" type="pres">
      <dgm:prSet presAssocID="{7D8BD67F-2D10-AE4F-8C57-F9E074346E28}" presName="hSp" presStyleCnt="0"/>
      <dgm:spPr/>
    </dgm:pt>
    <dgm:pt modelId="{FC24F70E-642B-EA46-8720-AEAD63BB5624}" type="pres">
      <dgm:prSet presAssocID="{EB476FBA-BAF3-2A4E-87B4-87448257CBE4}" presName="vertFlow" presStyleCnt="0"/>
      <dgm:spPr/>
    </dgm:pt>
    <dgm:pt modelId="{DAC8F10D-6708-C242-B5E1-DC64EED8DBCB}" type="pres">
      <dgm:prSet presAssocID="{EB476FBA-BAF3-2A4E-87B4-87448257CBE4}" presName="header" presStyleLbl="node1" presStyleIdx="3" presStyleCnt="4"/>
      <dgm:spPr/>
    </dgm:pt>
    <dgm:pt modelId="{EAC7B0E3-91A1-3148-8993-3EC00E109203}" type="pres">
      <dgm:prSet presAssocID="{96A6F835-111B-6540-BB06-1808B60BE1FD}" presName="parTrans" presStyleLbl="sibTrans2D1" presStyleIdx="18" presStyleCnt="24"/>
      <dgm:spPr/>
    </dgm:pt>
    <dgm:pt modelId="{C8DB69D1-C3BE-4949-8142-556EF2F56312}" type="pres">
      <dgm:prSet presAssocID="{06C7CBF5-6EB6-C143-9F22-D5C6B5E0F71B}" presName="child" presStyleLbl="alignAccFollowNode1" presStyleIdx="18" presStyleCnt="24">
        <dgm:presLayoutVars>
          <dgm:chMax val="0"/>
          <dgm:bulletEnabled val="1"/>
        </dgm:presLayoutVars>
      </dgm:prSet>
      <dgm:spPr/>
    </dgm:pt>
    <dgm:pt modelId="{EEADD46F-3CA1-614A-AFEC-72915278CD65}" type="pres">
      <dgm:prSet presAssocID="{338F625B-5CC0-3A4E-8C04-EB742CC583D2}" presName="sibTrans" presStyleLbl="sibTrans2D1" presStyleIdx="19" presStyleCnt="24"/>
      <dgm:spPr/>
    </dgm:pt>
    <dgm:pt modelId="{F2CFD47A-DBE5-894A-B6F9-0D2F1796FB51}" type="pres">
      <dgm:prSet presAssocID="{D498879E-9196-6A4A-BCF6-A6E19DE0DABD}" presName="child" presStyleLbl="alignAccFollowNode1" presStyleIdx="19" presStyleCnt="24">
        <dgm:presLayoutVars>
          <dgm:chMax val="0"/>
          <dgm:bulletEnabled val="1"/>
        </dgm:presLayoutVars>
      </dgm:prSet>
      <dgm:spPr/>
    </dgm:pt>
    <dgm:pt modelId="{FB413A8C-1255-A94C-826E-A59F01EA6F07}" type="pres">
      <dgm:prSet presAssocID="{FA97F7E8-D94F-6846-8B38-9EB632A2E7E8}" presName="sibTrans" presStyleLbl="sibTrans2D1" presStyleIdx="20" presStyleCnt="24"/>
      <dgm:spPr/>
    </dgm:pt>
    <dgm:pt modelId="{B407B338-5072-054D-A9C7-93DE9E6E8149}" type="pres">
      <dgm:prSet presAssocID="{6FC9CF73-5196-354B-B743-FEB365286029}" presName="child" presStyleLbl="alignAccFollowNode1" presStyleIdx="20" presStyleCnt="24">
        <dgm:presLayoutVars>
          <dgm:chMax val="0"/>
          <dgm:bulletEnabled val="1"/>
        </dgm:presLayoutVars>
      </dgm:prSet>
      <dgm:spPr/>
    </dgm:pt>
    <dgm:pt modelId="{62053D0A-20B7-2548-B890-AF7D8E5384EB}" type="pres">
      <dgm:prSet presAssocID="{1D7C2E72-D4BB-064A-9B49-2E120818E233}" presName="sibTrans" presStyleLbl="sibTrans2D1" presStyleIdx="21" presStyleCnt="24"/>
      <dgm:spPr/>
    </dgm:pt>
    <dgm:pt modelId="{6EBDCB99-7C36-D541-B0F1-76B4E7E0C33D}" type="pres">
      <dgm:prSet presAssocID="{3B868A44-E752-C944-92C0-E891291CFAA8}" presName="child" presStyleLbl="alignAccFollowNode1" presStyleIdx="21" presStyleCnt="24">
        <dgm:presLayoutVars>
          <dgm:chMax val="0"/>
          <dgm:bulletEnabled val="1"/>
        </dgm:presLayoutVars>
      </dgm:prSet>
      <dgm:spPr/>
    </dgm:pt>
    <dgm:pt modelId="{170E55DA-BDF2-0A4D-B897-D7E0D0D53E0C}" type="pres">
      <dgm:prSet presAssocID="{17ABAF3D-2578-C042-B3E1-4A367CE15A25}" presName="sibTrans" presStyleLbl="sibTrans2D1" presStyleIdx="22" presStyleCnt="24"/>
      <dgm:spPr/>
    </dgm:pt>
    <dgm:pt modelId="{C8A59553-03E6-0A4A-BD29-DBBFDC2DBDBA}" type="pres">
      <dgm:prSet presAssocID="{AAB0549F-44D5-0E42-BF10-FFC84B9AADC1}" presName="child" presStyleLbl="alignAccFollowNode1" presStyleIdx="22" presStyleCnt="24">
        <dgm:presLayoutVars>
          <dgm:chMax val="0"/>
          <dgm:bulletEnabled val="1"/>
        </dgm:presLayoutVars>
      </dgm:prSet>
      <dgm:spPr/>
    </dgm:pt>
    <dgm:pt modelId="{192A6B81-3DBE-AF4A-8318-72BE0585D3DA}" type="pres">
      <dgm:prSet presAssocID="{FB936352-0980-0B4B-8A47-48CD92B5CA28}" presName="sibTrans" presStyleLbl="sibTrans2D1" presStyleIdx="23" presStyleCnt="24"/>
      <dgm:spPr/>
    </dgm:pt>
    <dgm:pt modelId="{766F90CF-F262-3F42-A788-BB0136C80D34}" type="pres">
      <dgm:prSet presAssocID="{A301C529-AA6A-AD42-9FD8-F185F84A8C2B}" presName="child" presStyleLbl="alignAccFollowNode1" presStyleIdx="23" presStyleCnt="24">
        <dgm:presLayoutVars>
          <dgm:chMax val="0"/>
          <dgm:bulletEnabled val="1"/>
        </dgm:presLayoutVars>
      </dgm:prSet>
      <dgm:spPr/>
    </dgm:pt>
  </dgm:ptLst>
  <dgm:cxnLst>
    <dgm:cxn modelId="{45A8B501-A509-4E47-8A1C-ECD0A471C337}" type="presOf" srcId="{D498879E-9196-6A4A-BCF6-A6E19DE0DABD}" destId="{F2CFD47A-DBE5-894A-B6F9-0D2F1796FB51}" srcOrd="0" destOrd="0" presId="urn:microsoft.com/office/officeart/2005/8/layout/lProcess1"/>
    <dgm:cxn modelId="{93CC8303-E0D9-4F4E-BD74-DBC5ABCAAFB9}" type="presOf" srcId="{A451EA01-E29C-7545-B862-AFD4811E9DBA}" destId="{2CD93046-27BA-B547-94BC-0BB96A82915A}" srcOrd="0" destOrd="0" presId="urn:microsoft.com/office/officeart/2005/8/layout/lProcess1"/>
    <dgm:cxn modelId="{03A93E05-8167-984E-9E47-D4772F1D5449}" type="presOf" srcId="{97FC3B90-F21C-7E46-B840-BFCBB2B2FF8A}" destId="{2D4FB173-7718-F940-B059-4121E6DD8911}" srcOrd="0" destOrd="0" presId="urn:microsoft.com/office/officeart/2005/8/layout/lProcess1"/>
    <dgm:cxn modelId="{7515BC08-7C57-A147-9E89-C8763735EA75}" type="presOf" srcId="{3B868A44-E752-C944-92C0-E891291CFAA8}" destId="{6EBDCB99-7C36-D541-B0F1-76B4E7E0C33D}" srcOrd="0" destOrd="0" presId="urn:microsoft.com/office/officeart/2005/8/layout/lProcess1"/>
    <dgm:cxn modelId="{F9482109-5A7A-2F43-B581-95BC576696B6}" type="presOf" srcId="{A301C529-AA6A-AD42-9FD8-F185F84A8C2B}" destId="{766F90CF-F262-3F42-A788-BB0136C80D34}" srcOrd="0" destOrd="0" presId="urn:microsoft.com/office/officeart/2005/8/layout/lProcess1"/>
    <dgm:cxn modelId="{30FF9E0E-EFEB-4A42-9C6C-57A616E9DBDC}" srcId="{BE63B91E-EB89-B748-8592-9EF3B876FAB9}" destId="{F852D929-CCB4-F740-B6E3-B15E27F57C96}" srcOrd="0" destOrd="0" parTransId="{6898A879-7F84-C84A-8BC6-891CF6113DF9}" sibTransId="{43E81BB5-6F11-B947-B6EC-BD45E4469830}"/>
    <dgm:cxn modelId="{0A2AE510-90E3-1841-8874-E9CB1A7DE79A}" type="presOf" srcId="{62102039-668F-1A43-848D-45C7810B60E1}" destId="{B2342FD4-FFF2-0541-A55C-2243972A1616}" srcOrd="0" destOrd="0" presId="urn:microsoft.com/office/officeart/2005/8/layout/lProcess1"/>
    <dgm:cxn modelId="{EAC27011-CEBD-724B-8D71-CFDDF72D5A3E}" type="presOf" srcId="{D96D4252-099D-6C44-82E9-230DE9AA1120}" destId="{7D8FD09A-92B8-5445-B4F5-E52BC5ACBD9B}" srcOrd="0" destOrd="0" presId="urn:microsoft.com/office/officeart/2005/8/layout/lProcess1"/>
    <dgm:cxn modelId="{4528B515-23BC-4943-90AD-913DD22319D2}" type="presOf" srcId="{1AABF278-E22B-674E-A321-6C6D24D4AEA1}" destId="{99EFC528-51AC-B748-A8B9-5B598BFACD81}" srcOrd="0" destOrd="0" presId="urn:microsoft.com/office/officeart/2005/8/layout/lProcess1"/>
    <dgm:cxn modelId="{2777BA15-E5F0-3E46-8631-FEAD61AC9F30}" srcId="{D403197C-5435-0249-9FAA-BA59B9ABDEF2}" destId="{B7C45F6B-9A59-814E-8CB3-4700751F8682}" srcOrd="1" destOrd="0" parTransId="{67F3C680-9D47-EE42-99F0-727F848FF78E}" sibTransId="{A87FE83C-85B7-FC46-A109-B898F04D4F7F}"/>
    <dgm:cxn modelId="{46065E19-61FC-E942-8EA3-71FF9AE8077F}" type="presOf" srcId="{30B73650-2558-CC42-B18C-E26B000D4D0B}" destId="{F2354234-F545-5B4B-9645-AE07557CF314}" srcOrd="0" destOrd="0" presId="urn:microsoft.com/office/officeart/2005/8/layout/lProcess1"/>
    <dgm:cxn modelId="{DDC25B1A-586B-8345-ADDF-2A990092E461}" type="presOf" srcId="{D9FC0F99-77D3-FF47-8BE0-1FF6A6B10104}" destId="{39191A6E-0F29-5349-9D2F-5D347A279262}" srcOrd="0" destOrd="0" presId="urn:microsoft.com/office/officeart/2005/8/layout/lProcess1"/>
    <dgm:cxn modelId="{ADE71F1D-3A8E-0940-960C-08470C170142}" srcId="{D403197C-5435-0249-9FAA-BA59B9ABDEF2}" destId="{104DE919-E98A-F244-9506-1707DC4CEA30}" srcOrd="5" destOrd="0" parTransId="{729A83F9-1F61-0247-A049-A31334646EA1}" sibTransId="{BEFFE3A7-E7B4-9943-96E2-F9327D5D719F}"/>
    <dgm:cxn modelId="{533CF81D-D327-CD4B-84DF-D8AD75E2D320}" type="presOf" srcId="{6898A879-7F84-C84A-8BC6-891CF6113DF9}" destId="{14C41B50-073D-BE49-B6C9-972E4D50AC3F}" srcOrd="0" destOrd="0" presId="urn:microsoft.com/office/officeart/2005/8/layout/lProcess1"/>
    <dgm:cxn modelId="{59AE4B1F-3BCD-824D-AC0A-B5B0653B509B}" type="presOf" srcId="{BFC8C801-6DE9-E947-B02D-D850AF4E4EA8}" destId="{0367E27C-B2B4-DE42-8533-B288E104BD88}" srcOrd="0" destOrd="0" presId="urn:microsoft.com/office/officeart/2005/8/layout/lProcess1"/>
    <dgm:cxn modelId="{1E9B3921-3722-6646-A3D5-EAE398D355BF}" srcId="{448F206F-4419-7944-B9E1-EED70A891755}" destId="{7D8BD67F-2D10-AE4F-8C57-F9E074346E28}" srcOrd="2" destOrd="0" parTransId="{6A0C8415-EDE4-6E44-A561-97D8CCEAC261}" sibTransId="{33F54478-BF48-A346-9F68-148194286C8E}"/>
    <dgm:cxn modelId="{940AFC26-31B1-8C42-BA19-9365228555A5}" srcId="{EB476FBA-BAF3-2A4E-87B4-87448257CBE4}" destId="{AAB0549F-44D5-0E42-BF10-FFC84B9AADC1}" srcOrd="4" destOrd="0" parTransId="{D1B726DF-4FB0-9749-99D1-BF81B246BDE5}" sibTransId="{FB936352-0980-0B4B-8A47-48CD92B5CA28}"/>
    <dgm:cxn modelId="{3FB0E927-CC20-3949-83CB-2A9AE024FA2C}" type="presOf" srcId="{F852D929-CCB4-F740-B6E3-B15E27F57C96}" destId="{DD808E4F-160B-634D-B6F7-386524366DF0}" srcOrd="0" destOrd="0" presId="urn:microsoft.com/office/officeart/2005/8/layout/lProcess1"/>
    <dgm:cxn modelId="{D699AC32-90B1-364A-A6B1-503D3BD55A5B}" type="presOf" srcId="{AAB0549F-44D5-0E42-BF10-FFC84B9AADC1}" destId="{C8A59553-03E6-0A4A-BD29-DBBFDC2DBDBA}" srcOrd="0" destOrd="0" presId="urn:microsoft.com/office/officeart/2005/8/layout/lProcess1"/>
    <dgm:cxn modelId="{B41B6937-58A5-7E4C-87ED-BE0DE2CA753F}" type="presOf" srcId="{338F625B-5CC0-3A4E-8C04-EB742CC583D2}" destId="{EEADD46F-3CA1-614A-AFEC-72915278CD65}" srcOrd="0" destOrd="0" presId="urn:microsoft.com/office/officeart/2005/8/layout/lProcess1"/>
    <dgm:cxn modelId="{4119DC38-E536-AB4F-84D5-6B6E76B737B6}" type="presOf" srcId="{11EBFA99-74C0-2740-A7D9-CB9B89E801A4}" destId="{F14AE024-6674-8441-9AEE-F5CCBD12CA47}" srcOrd="0" destOrd="0" presId="urn:microsoft.com/office/officeart/2005/8/layout/lProcess1"/>
    <dgm:cxn modelId="{09B8FE38-D24B-E34D-8CF9-0BFAD3D3D85F}" srcId="{BE63B91E-EB89-B748-8592-9EF3B876FAB9}" destId="{D9FC0F99-77D3-FF47-8BE0-1FF6A6B10104}" srcOrd="2" destOrd="0" parTransId="{88CD1BB4-7797-D24E-B4B7-11AA3D921DE4}" sibTransId="{62102039-668F-1A43-848D-45C7810B60E1}"/>
    <dgm:cxn modelId="{6D915A39-B385-494D-949D-52F17717474F}" type="presOf" srcId="{5DF81E50-61A0-164C-B0CE-6C823BB80EE4}" destId="{02AA93B6-43B2-D248-83DD-AFEDEC2CE22A}" srcOrd="0" destOrd="0" presId="urn:microsoft.com/office/officeart/2005/8/layout/lProcess1"/>
    <dgm:cxn modelId="{75E3133C-DFF8-864C-8D92-FF30C7F6EC2D}" srcId="{BE63B91E-EB89-B748-8592-9EF3B876FAB9}" destId="{F2C081BF-48E4-5246-8310-CCBBCDD69CAB}" srcOrd="4" destOrd="0" parTransId="{D7B756E7-78B4-B241-97D8-EF04DD552712}" sibTransId="{BFC8C801-6DE9-E947-B02D-D850AF4E4EA8}"/>
    <dgm:cxn modelId="{C2075E3E-8FF7-E440-AAA4-64EA1F01F487}" srcId="{7D8BD67F-2D10-AE4F-8C57-F9E074346E28}" destId="{5DF81E50-61A0-164C-B0CE-6C823BB80EE4}" srcOrd="5" destOrd="0" parTransId="{F946B1AB-FBAD-1A40-BE44-19AE74C5CD24}" sibTransId="{F2BE957C-C772-924E-808B-1B3A446B1C12}"/>
    <dgm:cxn modelId="{EC3EDF3F-658D-9843-9F72-78F06D62130E}" srcId="{448F206F-4419-7944-B9E1-EED70A891755}" destId="{BE63B91E-EB89-B748-8592-9EF3B876FAB9}" srcOrd="1" destOrd="0" parTransId="{16DB4053-F1D6-AC47-A787-472C39A532DE}" sibTransId="{92ABA821-8044-224D-85C8-3511F2C2225E}"/>
    <dgm:cxn modelId="{61C21B40-1CF0-554E-8F16-F895D65BB24A}" type="presOf" srcId="{D4BF2917-1A8A-1049-9BFA-80CB5F6F6C81}" destId="{72520B36-0266-404A-9E2A-B9B1506C73C9}" srcOrd="0" destOrd="0" presId="urn:microsoft.com/office/officeart/2005/8/layout/lProcess1"/>
    <dgm:cxn modelId="{FFA50441-3C89-3F4E-8359-2AD333FF9CF5}" srcId="{EB476FBA-BAF3-2A4E-87B4-87448257CBE4}" destId="{06C7CBF5-6EB6-C143-9F22-D5C6B5E0F71B}" srcOrd="0" destOrd="0" parTransId="{96A6F835-111B-6540-BB06-1808B60BE1FD}" sibTransId="{338F625B-5CC0-3A4E-8C04-EB742CC583D2}"/>
    <dgm:cxn modelId="{17EF3544-5D2A-984E-89CB-809AEB652D1B}" type="presOf" srcId="{27FC8017-66BD-D444-B4B9-1C97403D0AC0}" destId="{017EA675-363F-FF4F-BC5F-6CF44CD890D8}" srcOrd="0" destOrd="0" presId="urn:microsoft.com/office/officeart/2005/8/layout/lProcess1"/>
    <dgm:cxn modelId="{0F8F2B47-2ACF-2D4D-890F-7A07DB946813}" srcId="{BE63B91E-EB89-B748-8592-9EF3B876FAB9}" destId="{3FF57D8E-5D6D-804F-86BD-D13F7678B745}" srcOrd="3" destOrd="0" parTransId="{DCD1F743-C789-7543-A5E8-F2B5B525CAF9}" sibTransId="{49CB5794-BC90-8849-B509-690F2E50C2BE}"/>
    <dgm:cxn modelId="{E4775B49-5681-DE41-9EAF-BBB626DECABB}" type="presOf" srcId="{C42C448F-DA64-B94F-A244-EFC38DF7AB53}" destId="{FA5B6EE7-0FBE-A44A-8EED-D6A5E703D783}" srcOrd="0" destOrd="0" presId="urn:microsoft.com/office/officeart/2005/8/layout/lProcess1"/>
    <dgm:cxn modelId="{DA318E4B-4A38-5D43-8F5D-3B1D51AA3449}" type="presOf" srcId="{49CB5794-BC90-8849-B509-690F2E50C2BE}" destId="{2FC27AF4-302D-1F4E-B8E3-E6FFFE5328F0}" srcOrd="0" destOrd="0" presId="urn:microsoft.com/office/officeart/2005/8/layout/lProcess1"/>
    <dgm:cxn modelId="{D0B5A36B-8BB5-964E-AACB-0AAFECB80103}" srcId="{BE63B91E-EB89-B748-8592-9EF3B876FAB9}" destId="{A5B9762B-76C1-F14A-B45C-F83BB288B1DD}" srcOrd="5" destOrd="0" parTransId="{3C0BC1A5-FDFF-E141-813B-7EE8924C316C}" sibTransId="{77656DD7-EC39-834B-8FFF-53EFC5A42AC8}"/>
    <dgm:cxn modelId="{960A536C-EC31-4A4F-B5A0-B99A846AF557}" srcId="{D403197C-5435-0249-9FAA-BA59B9ABDEF2}" destId="{6D805681-590E-1347-836A-071978F2A3CA}" srcOrd="0" destOrd="0" parTransId="{97FC3B90-F21C-7E46-B840-BFCBB2B2FF8A}" sibTransId="{0AD115D5-C9D8-1847-B1DD-91BDD864F450}"/>
    <dgm:cxn modelId="{581A0C6D-BB13-484C-B314-0C3BA45014D3}" type="presOf" srcId="{17ABAF3D-2578-C042-B3E1-4A367CE15A25}" destId="{170E55DA-BDF2-0A4D-B897-D7E0D0D53E0C}" srcOrd="0" destOrd="0" presId="urn:microsoft.com/office/officeart/2005/8/layout/lProcess1"/>
    <dgm:cxn modelId="{1AED336D-D0B3-994E-9665-41626A4B7895}" type="presOf" srcId="{F13D6173-CDEB-AE43-BE26-6B2C5B851870}" destId="{AE11FE10-C1B0-7B4D-A514-209581BE6162}" srcOrd="0" destOrd="0" presId="urn:microsoft.com/office/officeart/2005/8/layout/lProcess1"/>
    <dgm:cxn modelId="{AF1B7C6E-6E83-0842-9CDC-F9F956EB31B3}" type="presOf" srcId="{D403197C-5435-0249-9FAA-BA59B9ABDEF2}" destId="{E575526B-17ED-2043-947A-DB907384ED8D}" srcOrd="0" destOrd="0" presId="urn:microsoft.com/office/officeart/2005/8/layout/lProcess1"/>
    <dgm:cxn modelId="{AA6F3570-2D53-004D-AE80-F46BCD6E9385}" type="presOf" srcId="{96A6F835-111B-6540-BB06-1808B60BE1FD}" destId="{EAC7B0E3-91A1-3148-8993-3EC00E109203}" srcOrd="0" destOrd="0" presId="urn:microsoft.com/office/officeart/2005/8/layout/lProcess1"/>
    <dgm:cxn modelId="{B95B9C70-2E46-9B4F-B414-05E6A18A055D}" type="presOf" srcId="{0AD115D5-C9D8-1847-B1DD-91BDD864F450}" destId="{4287427E-AC16-0246-9AB2-28BD46846B82}" srcOrd="0" destOrd="0" presId="urn:microsoft.com/office/officeart/2005/8/layout/lProcess1"/>
    <dgm:cxn modelId="{F9833271-7931-3D48-BBCE-EADC6F333E0E}" srcId="{D403197C-5435-0249-9FAA-BA59B9ABDEF2}" destId="{30B73650-2558-CC42-B18C-E26B000D4D0B}" srcOrd="3" destOrd="0" parTransId="{E936198E-91D1-DD46-97BB-9F33E94C9825}" sibTransId="{F13D6173-CDEB-AE43-BE26-6B2C5B851870}"/>
    <dgm:cxn modelId="{76409A72-A944-2C40-B230-BF64A7D6BEFE}" type="presOf" srcId="{857BD225-5EE4-6944-A932-7EC9E082717F}" destId="{C37DD888-E4AF-A243-A28B-599A4B968E14}" srcOrd="0" destOrd="0" presId="urn:microsoft.com/office/officeart/2005/8/layout/lProcess1"/>
    <dgm:cxn modelId="{E7ECE374-6A8A-BE49-9392-65B6877BFC8C}" srcId="{EB476FBA-BAF3-2A4E-87B4-87448257CBE4}" destId="{D498879E-9196-6A4A-BCF6-A6E19DE0DABD}" srcOrd="1" destOrd="0" parTransId="{C3B7F7DA-AA3A-DE45-83F8-D5A1DCD094C6}" sibTransId="{FA97F7E8-D94F-6846-8B38-9EB632A2E7E8}"/>
    <dgm:cxn modelId="{BAB15256-B5B9-A946-9EE6-FEBD434E4ACC}" srcId="{448F206F-4419-7944-B9E1-EED70A891755}" destId="{D403197C-5435-0249-9FAA-BA59B9ABDEF2}" srcOrd="0" destOrd="0" parTransId="{7639754C-E95B-1E41-B85F-C84F3859FDDB}" sibTransId="{9E5BB787-1CDF-ED43-958F-492EE1744B52}"/>
    <dgm:cxn modelId="{15C36357-281C-554C-A044-6A9132E67075}" type="presOf" srcId="{448F206F-4419-7944-B9E1-EED70A891755}" destId="{3EA4CAE9-4D25-DE4E-9868-BC2EEBB8D508}" srcOrd="0" destOrd="0" presId="urn:microsoft.com/office/officeart/2005/8/layout/lProcess1"/>
    <dgm:cxn modelId="{21B53558-5899-F948-9530-327DFEA9771E}" srcId="{EB476FBA-BAF3-2A4E-87B4-87448257CBE4}" destId="{A301C529-AA6A-AD42-9FD8-F185F84A8C2B}" srcOrd="5" destOrd="0" parTransId="{10589964-F214-A744-8F49-32D8E7AE041A}" sibTransId="{83486E39-C6BE-F94F-B52A-B7DF7BC41C3C}"/>
    <dgm:cxn modelId="{7CE59278-CA84-5343-BDB0-5DB4AAB2EADC}" type="presOf" srcId="{A87FE83C-85B7-FC46-A109-B898F04D4F7F}" destId="{DEC8567A-15C3-5244-A883-1B7FE30C4817}" srcOrd="0" destOrd="0" presId="urn:microsoft.com/office/officeart/2005/8/layout/lProcess1"/>
    <dgm:cxn modelId="{80059C59-E6DE-8F48-A36C-35679197A83B}" type="presOf" srcId="{06C7CBF5-6EB6-C143-9F22-D5C6B5E0F71B}" destId="{C8DB69D1-C3BE-4949-8142-556EF2F56312}" srcOrd="0" destOrd="0" presId="urn:microsoft.com/office/officeart/2005/8/layout/lProcess1"/>
    <dgm:cxn modelId="{1F1FC07A-7EEA-0F42-9208-50BEF093E69B}" type="presOf" srcId="{1D7C2E72-D4BB-064A-9B49-2E120818E233}" destId="{62053D0A-20B7-2548-B890-AF7D8E5384EB}" srcOrd="0" destOrd="0" presId="urn:microsoft.com/office/officeart/2005/8/layout/lProcess1"/>
    <dgm:cxn modelId="{931E4080-EDBD-D947-8681-C6B09484A5AE}" srcId="{7D8BD67F-2D10-AE4F-8C57-F9E074346E28}" destId="{701CEC8E-1B5F-7847-B1F2-3B71FB4A731B}" srcOrd="2" destOrd="0" parTransId="{D35B4E7A-E5BA-054F-A38C-5571B5346B88}" sibTransId="{9122220C-4B46-5C41-A2D9-168ED8677035}"/>
    <dgm:cxn modelId="{EA177F80-1B3C-1F41-A60B-D587296A7FEA}" srcId="{D403197C-5435-0249-9FAA-BA59B9ABDEF2}" destId="{27FC8017-66BD-D444-B4B9-1C97403D0AC0}" srcOrd="4" destOrd="0" parTransId="{93509EE1-E6AB-0E4F-8C53-2411147F8E87}" sibTransId="{D4BF2917-1A8A-1049-9BFA-80CB5F6F6C81}"/>
    <dgm:cxn modelId="{32539881-C987-4048-8F0B-572632DCE6BA}" srcId="{448F206F-4419-7944-B9E1-EED70A891755}" destId="{EB476FBA-BAF3-2A4E-87B4-87448257CBE4}" srcOrd="3" destOrd="0" parTransId="{AA3C19C0-A661-6840-8F34-3BD4FC23778A}" sibTransId="{BF4FDE97-F5CD-3F4C-8017-0549983E4F03}"/>
    <dgm:cxn modelId="{E5676385-F112-494D-9CFC-86B263A4380F}" type="presOf" srcId="{5E2CDEF9-4DF0-DA44-9E97-5DD302B35E6F}" destId="{4118F156-1CEE-4F44-AE7D-49FF908CB37C}" srcOrd="0" destOrd="0" presId="urn:microsoft.com/office/officeart/2005/8/layout/lProcess1"/>
    <dgm:cxn modelId="{45D98286-3E46-5843-A6CB-2245BEC2D082}" srcId="{EB476FBA-BAF3-2A4E-87B4-87448257CBE4}" destId="{6FC9CF73-5196-354B-B743-FEB365286029}" srcOrd="2" destOrd="0" parTransId="{CA0F4711-E153-274A-B863-26168F3096DF}" sibTransId="{1D7C2E72-D4BB-064A-9B49-2E120818E233}"/>
    <dgm:cxn modelId="{2BDB6790-39F1-7D45-8CC0-CED07698A28E}" type="presOf" srcId="{6D805681-590E-1347-836A-071978F2A3CA}" destId="{9E30AE12-76AC-5741-9A4F-10A9E394ABC5}" srcOrd="0" destOrd="0" presId="urn:microsoft.com/office/officeart/2005/8/layout/lProcess1"/>
    <dgm:cxn modelId="{BA2FDF96-5384-3544-9255-1BEE3683ADAD}" srcId="{EB476FBA-BAF3-2A4E-87B4-87448257CBE4}" destId="{3B868A44-E752-C944-92C0-E891291CFAA8}" srcOrd="3" destOrd="0" parTransId="{D96E315F-6D6E-BD4B-AC8A-AE6DC0BA342D}" sibTransId="{17ABAF3D-2578-C042-B3E1-4A367CE15A25}"/>
    <dgm:cxn modelId="{FCB2B29D-AC51-BB42-A4B7-244C88C2217F}" type="presOf" srcId="{A5B9762B-76C1-F14A-B45C-F83BB288B1DD}" destId="{98CC5B59-6AA4-0946-BA01-3C986CD45F0E}" srcOrd="0" destOrd="0" presId="urn:microsoft.com/office/officeart/2005/8/layout/lProcess1"/>
    <dgm:cxn modelId="{0BEE60A8-A3BF-364F-8F40-76C8C7CCD602}" srcId="{7D8BD67F-2D10-AE4F-8C57-F9E074346E28}" destId="{857BD225-5EE4-6944-A932-7EC9E082717F}" srcOrd="0" destOrd="0" parTransId="{C4DF2722-012A-394C-A77B-20916BDF4697}" sibTransId="{5511C339-F924-5941-850B-AEE56E0681AC}"/>
    <dgm:cxn modelId="{CE1070A8-659C-224B-B347-D09069AF7B1D}" type="presOf" srcId="{701CEC8E-1B5F-7847-B1F2-3B71FB4A731B}" destId="{A658CBB8-CADB-6B45-A3C1-7BADB822A7C8}" srcOrd="0" destOrd="0" presId="urn:microsoft.com/office/officeart/2005/8/layout/lProcess1"/>
    <dgm:cxn modelId="{2945CEAE-E923-8142-9391-B16194A432E3}" type="presOf" srcId="{FB936352-0980-0B4B-8A47-48CD92B5CA28}" destId="{192A6B81-3DBE-AF4A-8318-72BE0585D3DA}" srcOrd="0" destOrd="0" presId="urn:microsoft.com/office/officeart/2005/8/layout/lProcess1"/>
    <dgm:cxn modelId="{D5E25BB1-7B79-114C-B95A-D570A722C9D4}" srcId="{D403197C-5435-0249-9FAA-BA59B9ABDEF2}" destId="{C42C448F-DA64-B94F-A244-EFC38DF7AB53}" srcOrd="2" destOrd="0" parTransId="{1EF8F558-F2A9-7548-849E-472963FEF2EF}" sibTransId="{F42A19C6-3B01-DE4A-B4D5-60CA3073BFA7}"/>
    <dgm:cxn modelId="{0A1FEAB3-1726-A04C-8554-85B7E42D2390}" type="presOf" srcId="{B7C45F6B-9A59-814E-8CB3-4700751F8682}" destId="{406FD62D-79AB-1E45-8D30-82EC307DC935}" srcOrd="0" destOrd="0" presId="urn:microsoft.com/office/officeart/2005/8/layout/lProcess1"/>
    <dgm:cxn modelId="{724FDAB6-716E-B24B-83C3-51D2CB83954A}" type="presOf" srcId="{43E81BB5-6F11-B947-B6EC-BD45E4469830}" destId="{F4D2E2BA-B7E3-0148-AD8B-655CC3A0F87D}" srcOrd="0" destOrd="0" presId="urn:microsoft.com/office/officeart/2005/8/layout/lProcess1"/>
    <dgm:cxn modelId="{4BDD75BB-54E3-3241-A99F-D34B415F8080}" type="presOf" srcId="{EB476FBA-BAF3-2A4E-87B4-87448257CBE4}" destId="{DAC8F10D-6708-C242-B5E1-DC64EED8DBCB}" srcOrd="0" destOrd="0" presId="urn:microsoft.com/office/officeart/2005/8/layout/lProcess1"/>
    <dgm:cxn modelId="{6C7B8FBB-453B-964D-982C-E70013419E26}" type="presOf" srcId="{F8C688E3-90AA-BD4D-B915-10823EA710BA}" destId="{8E98C63C-6A7D-6E4F-82F3-60748F33040C}" srcOrd="0" destOrd="0" presId="urn:microsoft.com/office/officeart/2005/8/layout/lProcess1"/>
    <dgm:cxn modelId="{8B712FC8-48FC-6949-AAA5-4C08559D2CD7}" type="presOf" srcId="{3FF57D8E-5D6D-804F-86BD-D13F7678B745}" destId="{0771F6CE-1FCF-EA4E-8662-938ADB700860}" srcOrd="0" destOrd="0" presId="urn:microsoft.com/office/officeart/2005/8/layout/lProcess1"/>
    <dgm:cxn modelId="{021F2DCD-41BB-C442-8C96-8E2205F905AD}" srcId="{BE63B91E-EB89-B748-8592-9EF3B876FAB9}" destId="{3A4F368B-C826-5F43-B4F2-0B62D1738BA4}" srcOrd="1" destOrd="0" parTransId="{EEC8A849-E103-6D49-9ED5-9D44DB7BD6C1}" sibTransId="{A451EA01-E29C-7545-B862-AFD4811E9DBA}"/>
    <dgm:cxn modelId="{7ABEEECE-5095-5846-B1F9-1B70B9212A8C}" type="presOf" srcId="{3A4F368B-C826-5F43-B4F2-0B62D1738BA4}" destId="{3FB9A52B-47C0-E149-934D-66AA13F1774E}" srcOrd="0" destOrd="0" presId="urn:microsoft.com/office/officeart/2005/8/layout/lProcess1"/>
    <dgm:cxn modelId="{0D8169CF-82DE-0A4A-91C0-AEECE0A47998}" type="presOf" srcId="{BE63B91E-EB89-B748-8592-9EF3B876FAB9}" destId="{87280B2F-2101-B541-BE04-BC1270223D66}" srcOrd="0" destOrd="0" presId="urn:microsoft.com/office/officeart/2005/8/layout/lProcess1"/>
    <dgm:cxn modelId="{1AE3D8D4-F26D-D842-9FCB-0F0FBE4E37F3}" type="presOf" srcId="{9122220C-4B46-5C41-A2D9-168ED8677035}" destId="{3FB8086C-EAD2-C745-B953-6748C0FCE0A2}" srcOrd="0" destOrd="0" presId="urn:microsoft.com/office/officeart/2005/8/layout/lProcess1"/>
    <dgm:cxn modelId="{2A5732D6-ED9F-DC41-9EDE-6256026ED52D}" srcId="{7D8BD67F-2D10-AE4F-8C57-F9E074346E28}" destId="{1AABF278-E22B-674E-A321-6C6D24D4AEA1}" srcOrd="1" destOrd="0" parTransId="{008FEA36-1FF4-A748-B536-B9F9E371CA24}" sibTransId="{11EBFA99-74C0-2740-A7D9-CB9B89E801A4}"/>
    <dgm:cxn modelId="{F6658BDD-60BA-2D41-B63F-1552086706DC}" type="presOf" srcId="{104DE919-E98A-F244-9506-1707DC4CEA30}" destId="{FFEC5BEF-2658-7441-8028-34B129F3649E}" srcOrd="0" destOrd="0" presId="urn:microsoft.com/office/officeart/2005/8/layout/lProcess1"/>
    <dgm:cxn modelId="{CA4DB8E0-3976-0C4A-AF5A-0BC8F847B991}" type="presOf" srcId="{5511C339-F924-5941-850B-AEE56E0681AC}" destId="{4D6A1087-13A7-4E4A-A212-A24F70246D23}" srcOrd="0" destOrd="0" presId="urn:microsoft.com/office/officeart/2005/8/layout/lProcess1"/>
    <dgm:cxn modelId="{7E9FEBE0-F90E-3D43-8ECF-97BB4BE18C9E}" type="presOf" srcId="{05A2766F-3E85-C840-8DE1-63421CC39269}" destId="{16029690-30E6-EB41-ADF6-49FB6BFF3ACC}" srcOrd="0" destOrd="0" presId="urn:microsoft.com/office/officeart/2005/8/layout/lProcess1"/>
    <dgm:cxn modelId="{BC4C68E2-EA81-D14D-B4EC-401826AB9102}" type="presOf" srcId="{F2C081BF-48E4-5246-8310-CCBBCDD69CAB}" destId="{FF9AE72A-D9E3-ED4E-BEA3-EE35B242AD9D}" srcOrd="0" destOrd="0" presId="urn:microsoft.com/office/officeart/2005/8/layout/lProcess1"/>
    <dgm:cxn modelId="{F6C8FDE4-5405-B241-ACC0-2CB489F9EAE9}" srcId="{7D8BD67F-2D10-AE4F-8C57-F9E074346E28}" destId="{5E2CDEF9-4DF0-DA44-9E97-5DD302B35E6F}" srcOrd="3" destOrd="0" parTransId="{F27C23D6-45F7-DD4C-A22F-98137EFE42BD}" sibTransId="{F8C688E3-90AA-BD4D-B915-10823EA710BA}"/>
    <dgm:cxn modelId="{F8F378E6-42A8-6D43-84C4-F772341ECAD1}" type="presOf" srcId="{7D8BD67F-2D10-AE4F-8C57-F9E074346E28}" destId="{35DEBDE5-CEB2-4B47-90C0-B74B1C45C261}" srcOrd="0" destOrd="0" presId="urn:microsoft.com/office/officeart/2005/8/layout/lProcess1"/>
    <dgm:cxn modelId="{EFE2C0E6-AD3E-2240-B9B0-1E17644B44E6}" type="presOf" srcId="{FA97F7E8-D94F-6846-8B38-9EB632A2E7E8}" destId="{FB413A8C-1255-A94C-826E-A59F01EA6F07}" srcOrd="0" destOrd="0" presId="urn:microsoft.com/office/officeart/2005/8/layout/lProcess1"/>
    <dgm:cxn modelId="{021D1CF2-757E-3044-8621-6F189AEB3ACC}" type="presOf" srcId="{C4DF2722-012A-394C-A77B-20916BDF4697}" destId="{09D1F477-48BB-C840-9A58-9D55574D717C}" srcOrd="0" destOrd="0" presId="urn:microsoft.com/office/officeart/2005/8/layout/lProcess1"/>
    <dgm:cxn modelId="{9ED215F9-7FCD-7447-BB2B-352DE5CEAD81}" type="presOf" srcId="{6FC9CF73-5196-354B-B743-FEB365286029}" destId="{B407B338-5072-054D-A9C7-93DE9E6E8149}" srcOrd="0" destOrd="0" presId="urn:microsoft.com/office/officeart/2005/8/layout/lProcess1"/>
    <dgm:cxn modelId="{D5D1ACFC-2D0E-664C-B267-4BEE0A027BA4}" type="presOf" srcId="{F42A19C6-3B01-DE4A-B4D5-60CA3073BFA7}" destId="{BBEA3E28-1F04-D84F-B31C-8281A1349B9F}" srcOrd="0" destOrd="0" presId="urn:microsoft.com/office/officeart/2005/8/layout/lProcess1"/>
    <dgm:cxn modelId="{106421FF-6CD1-7C4E-B72A-EA72AAD49EE4}" srcId="{7D8BD67F-2D10-AE4F-8C57-F9E074346E28}" destId="{05A2766F-3E85-C840-8DE1-63421CC39269}" srcOrd="4" destOrd="0" parTransId="{C7D08E41-B4B7-BE42-8316-901E12A9865A}" sibTransId="{D96D4252-099D-6C44-82E9-230DE9AA1120}"/>
    <dgm:cxn modelId="{252105E0-5244-DE4E-81B6-28DAD83B36C7}" type="presParOf" srcId="{3EA4CAE9-4D25-DE4E-9868-BC2EEBB8D508}" destId="{57D967D1-6123-024E-9694-0D877865DEC4}" srcOrd="0" destOrd="0" presId="urn:microsoft.com/office/officeart/2005/8/layout/lProcess1"/>
    <dgm:cxn modelId="{53F6A8BF-CEA9-4746-96D4-9D36900E192D}" type="presParOf" srcId="{57D967D1-6123-024E-9694-0D877865DEC4}" destId="{E575526B-17ED-2043-947A-DB907384ED8D}" srcOrd="0" destOrd="0" presId="urn:microsoft.com/office/officeart/2005/8/layout/lProcess1"/>
    <dgm:cxn modelId="{3DD2A24F-E68C-3845-8C2D-85CB7EBB5B04}" type="presParOf" srcId="{57D967D1-6123-024E-9694-0D877865DEC4}" destId="{2D4FB173-7718-F940-B059-4121E6DD8911}" srcOrd="1" destOrd="0" presId="urn:microsoft.com/office/officeart/2005/8/layout/lProcess1"/>
    <dgm:cxn modelId="{EFEFD94F-1CE5-0D43-B1BD-FC384933B133}" type="presParOf" srcId="{57D967D1-6123-024E-9694-0D877865DEC4}" destId="{9E30AE12-76AC-5741-9A4F-10A9E394ABC5}" srcOrd="2" destOrd="0" presId="urn:microsoft.com/office/officeart/2005/8/layout/lProcess1"/>
    <dgm:cxn modelId="{73E32ED2-5E25-3843-9432-725BE6678051}" type="presParOf" srcId="{57D967D1-6123-024E-9694-0D877865DEC4}" destId="{4287427E-AC16-0246-9AB2-28BD46846B82}" srcOrd="3" destOrd="0" presId="urn:microsoft.com/office/officeart/2005/8/layout/lProcess1"/>
    <dgm:cxn modelId="{3D1A019F-5C65-C243-9954-53A78DF725AE}" type="presParOf" srcId="{57D967D1-6123-024E-9694-0D877865DEC4}" destId="{406FD62D-79AB-1E45-8D30-82EC307DC935}" srcOrd="4" destOrd="0" presId="urn:microsoft.com/office/officeart/2005/8/layout/lProcess1"/>
    <dgm:cxn modelId="{080B5CB9-BB90-AD46-8BC2-245C321ACB6C}" type="presParOf" srcId="{57D967D1-6123-024E-9694-0D877865DEC4}" destId="{DEC8567A-15C3-5244-A883-1B7FE30C4817}" srcOrd="5" destOrd="0" presId="urn:microsoft.com/office/officeart/2005/8/layout/lProcess1"/>
    <dgm:cxn modelId="{D7BC7B7B-904D-7542-8F97-EED4BFEDE924}" type="presParOf" srcId="{57D967D1-6123-024E-9694-0D877865DEC4}" destId="{FA5B6EE7-0FBE-A44A-8EED-D6A5E703D783}" srcOrd="6" destOrd="0" presId="urn:microsoft.com/office/officeart/2005/8/layout/lProcess1"/>
    <dgm:cxn modelId="{D03D59D9-9305-0F40-A4A8-C30E3DA659EE}" type="presParOf" srcId="{57D967D1-6123-024E-9694-0D877865DEC4}" destId="{BBEA3E28-1F04-D84F-B31C-8281A1349B9F}" srcOrd="7" destOrd="0" presId="urn:microsoft.com/office/officeart/2005/8/layout/lProcess1"/>
    <dgm:cxn modelId="{89253D0B-F37E-A445-B914-301EE682675D}" type="presParOf" srcId="{57D967D1-6123-024E-9694-0D877865DEC4}" destId="{F2354234-F545-5B4B-9645-AE07557CF314}" srcOrd="8" destOrd="0" presId="urn:microsoft.com/office/officeart/2005/8/layout/lProcess1"/>
    <dgm:cxn modelId="{C5AA2EF2-ACA8-1C40-AEC5-E37A0ADB5A49}" type="presParOf" srcId="{57D967D1-6123-024E-9694-0D877865DEC4}" destId="{AE11FE10-C1B0-7B4D-A514-209581BE6162}" srcOrd="9" destOrd="0" presId="urn:microsoft.com/office/officeart/2005/8/layout/lProcess1"/>
    <dgm:cxn modelId="{25EC1220-BBEB-1B4D-96A8-7CC36DF56BB4}" type="presParOf" srcId="{57D967D1-6123-024E-9694-0D877865DEC4}" destId="{017EA675-363F-FF4F-BC5F-6CF44CD890D8}" srcOrd="10" destOrd="0" presId="urn:microsoft.com/office/officeart/2005/8/layout/lProcess1"/>
    <dgm:cxn modelId="{6EC0344C-711F-F743-9007-74554C268DC6}" type="presParOf" srcId="{57D967D1-6123-024E-9694-0D877865DEC4}" destId="{72520B36-0266-404A-9E2A-B9B1506C73C9}" srcOrd="11" destOrd="0" presId="urn:microsoft.com/office/officeart/2005/8/layout/lProcess1"/>
    <dgm:cxn modelId="{F9C5974C-2DA9-DA40-80DD-A5ADAFA2ACA3}" type="presParOf" srcId="{57D967D1-6123-024E-9694-0D877865DEC4}" destId="{FFEC5BEF-2658-7441-8028-34B129F3649E}" srcOrd="12" destOrd="0" presId="urn:microsoft.com/office/officeart/2005/8/layout/lProcess1"/>
    <dgm:cxn modelId="{7AE04FE7-D8C4-2A46-8862-61B828704B8C}" type="presParOf" srcId="{3EA4CAE9-4D25-DE4E-9868-BC2EEBB8D508}" destId="{BCFAE05D-044C-864A-8B1D-084D48FD86F7}" srcOrd="1" destOrd="0" presId="urn:microsoft.com/office/officeart/2005/8/layout/lProcess1"/>
    <dgm:cxn modelId="{F9D89EF0-FD60-C94A-8A08-8E972589B42D}" type="presParOf" srcId="{3EA4CAE9-4D25-DE4E-9868-BC2EEBB8D508}" destId="{8B25A093-1882-4440-923D-CCDE087F826A}" srcOrd="2" destOrd="0" presId="urn:microsoft.com/office/officeart/2005/8/layout/lProcess1"/>
    <dgm:cxn modelId="{E26C911F-4934-9442-9135-54D542004093}" type="presParOf" srcId="{8B25A093-1882-4440-923D-CCDE087F826A}" destId="{87280B2F-2101-B541-BE04-BC1270223D66}" srcOrd="0" destOrd="0" presId="urn:microsoft.com/office/officeart/2005/8/layout/lProcess1"/>
    <dgm:cxn modelId="{0AE778F9-B83B-6C4C-B46C-20A2F3CB670E}" type="presParOf" srcId="{8B25A093-1882-4440-923D-CCDE087F826A}" destId="{14C41B50-073D-BE49-B6C9-972E4D50AC3F}" srcOrd="1" destOrd="0" presId="urn:microsoft.com/office/officeart/2005/8/layout/lProcess1"/>
    <dgm:cxn modelId="{2191CB2B-E942-BC46-8718-2A452CAFBD8B}" type="presParOf" srcId="{8B25A093-1882-4440-923D-CCDE087F826A}" destId="{DD808E4F-160B-634D-B6F7-386524366DF0}" srcOrd="2" destOrd="0" presId="urn:microsoft.com/office/officeart/2005/8/layout/lProcess1"/>
    <dgm:cxn modelId="{8B8A361A-5309-1046-906E-CBE3675A14B3}" type="presParOf" srcId="{8B25A093-1882-4440-923D-CCDE087F826A}" destId="{F4D2E2BA-B7E3-0148-AD8B-655CC3A0F87D}" srcOrd="3" destOrd="0" presId="urn:microsoft.com/office/officeart/2005/8/layout/lProcess1"/>
    <dgm:cxn modelId="{235FD948-8348-4345-9A9F-2D483DB1DD9D}" type="presParOf" srcId="{8B25A093-1882-4440-923D-CCDE087F826A}" destId="{3FB9A52B-47C0-E149-934D-66AA13F1774E}" srcOrd="4" destOrd="0" presId="urn:microsoft.com/office/officeart/2005/8/layout/lProcess1"/>
    <dgm:cxn modelId="{F4B8CC39-2667-6A40-A433-06DF7A791381}" type="presParOf" srcId="{8B25A093-1882-4440-923D-CCDE087F826A}" destId="{2CD93046-27BA-B547-94BC-0BB96A82915A}" srcOrd="5" destOrd="0" presId="urn:microsoft.com/office/officeart/2005/8/layout/lProcess1"/>
    <dgm:cxn modelId="{23AC8337-962A-BC48-BC3B-7CFC5B07F3D4}" type="presParOf" srcId="{8B25A093-1882-4440-923D-CCDE087F826A}" destId="{39191A6E-0F29-5349-9D2F-5D347A279262}" srcOrd="6" destOrd="0" presId="urn:microsoft.com/office/officeart/2005/8/layout/lProcess1"/>
    <dgm:cxn modelId="{5576F4B7-0E8A-EC43-BB1F-2E711F699124}" type="presParOf" srcId="{8B25A093-1882-4440-923D-CCDE087F826A}" destId="{B2342FD4-FFF2-0541-A55C-2243972A1616}" srcOrd="7" destOrd="0" presId="urn:microsoft.com/office/officeart/2005/8/layout/lProcess1"/>
    <dgm:cxn modelId="{F06845B4-BE93-954E-8582-F3EA1CD2C196}" type="presParOf" srcId="{8B25A093-1882-4440-923D-CCDE087F826A}" destId="{0771F6CE-1FCF-EA4E-8662-938ADB700860}" srcOrd="8" destOrd="0" presId="urn:microsoft.com/office/officeart/2005/8/layout/lProcess1"/>
    <dgm:cxn modelId="{2B487C73-D5FA-0C46-9140-997DC791456C}" type="presParOf" srcId="{8B25A093-1882-4440-923D-CCDE087F826A}" destId="{2FC27AF4-302D-1F4E-B8E3-E6FFFE5328F0}" srcOrd="9" destOrd="0" presId="urn:microsoft.com/office/officeart/2005/8/layout/lProcess1"/>
    <dgm:cxn modelId="{F7FAED50-1A24-4947-A333-7D144C8E0705}" type="presParOf" srcId="{8B25A093-1882-4440-923D-CCDE087F826A}" destId="{FF9AE72A-D9E3-ED4E-BEA3-EE35B242AD9D}" srcOrd="10" destOrd="0" presId="urn:microsoft.com/office/officeart/2005/8/layout/lProcess1"/>
    <dgm:cxn modelId="{3F8B0035-8BB2-7D4C-A1F4-7F293A84D0FC}" type="presParOf" srcId="{8B25A093-1882-4440-923D-CCDE087F826A}" destId="{0367E27C-B2B4-DE42-8533-B288E104BD88}" srcOrd="11" destOrd="0" presId="urn:microsoft.com/office/officeart/2005/8/layout/lProcess1"/>
    <dgm:cxn modelId="{5905AE87-4EF4-1240-A3FA-44FDB2CF39C7}" type="presParOf" srcId="{8B25A093-1882-4440-923D-CCDE087F826A}" destId="{98CC5B59-6AA4-0946-BA01-3C986CD45F0E}" srcOrd="12" destOrd="0" presId="urn:microsoft.com/office/officeart/2005/8/layout/lProcess1"/>
    <dgm:cxn modelId="{1B9E0A0F-6BC4-CC43-8021-12DC43D714E5}" type="presParOf" srcId="{3EA4CAE9-4D25-DE4E-9868-BC2EEBB8D508}" destId="{BF07A125-3972-9843-B777-10DA5C89E3F9}" srcOrd="3" destOrd="0" presId="urn:microsoft.com/office/officeart/2005/8/layout/lProcess1"/>
    <dgm:cxn modelId="{F705F435-3E2C-A844-9155-0873CC1E48DB}" type="presParOf" srcId="{3EA4CAE9-4D25-DE4E-9868-BC2EEBB8D508}" destId="{F4CD67B0-176B-9A47-98DB-9635D7E8C06C}" srcOrd="4" destOrd="0" presId="urn:microsoft.com/office/officeart/2005/8/layout/lProcess1"/>
    <dgm:cxn modelId="{E83A71C6-E82C-224D-A4B0-6BEBEE1627DE}" type="presParOf" srcId="{F4CD67B0-176B-9A47-98DB-9635D7E8C06C}" destId="{35DEBDE5-CEB2-4B47-90C0-B74B1C45C261}" srcOrd="0" destOrd="0" presId="urn:microsoft.com/office/officeart/2005/8/layout/lProcess1"/>
    <dgm:cxn modelId="{5091081D-FB4B-8043-8D0B-B0ED35F6F748}" type="presParOf" srcId="{F4CD67B0-176B-9A47-98DB-9635D7E8C06C}" destId="{09D1F477-48BB-C840-9A58-9D55574D717C}" srcOrd="1" destOrd="0" presId="urn:microsoft.com/office/officeart/2005/8/layout/lProcess1"/>
    <dgm:cxn modelId="{5ACC478C-A360-1B4D-98D2-C42AC04EAF14}" type="presParOf" srcId="{F4CD67B0-176B-9A47-98DB-9635D7E8C06C}" destId="{C37DD888-E4AF-A243-A28B-599A4B968E14}" srcOrd="2" destOrd="0" presId="urn:microsoft.com/office/officeart/2005/8/layout/lProcess1"/>
    <dgm:cxn modelId="{0BF8B67B-1EA2-AD4D-8224-55A62EE3B32E}" type="presParOf" srcId="{F4CD67B0-176B-9A47-98DB-9635D7E8C06C}" destId="{4D6A1087-13A7-4E4A-A212-A24F70246D23}" srcOrd="3" destOrd="0" presId="urn:microsoft.com/office/officeart/2005/8/layout/lProcess1"/>
    <dgm:cxn modelId="{DECDD361-A01E-A84C-A702-2D0770C020C8}" type="presParOf" srcId="{F4CD67B0-176B-9A47-98DB-9635D7E8C06C}" destId="{99EFC528-51AC-B748-A8B9-5B598BFACD81}" srcOrd="4" destOrd="0" presId="urn:microsoft.com/office/officeart/2005/8/layout/lProcess1"/>
    <dgm:cxn modelId="{8DBF4E44-01FD-0A47-9698-54C7428991D0}" type="presParOf" srcId="{F4CD67B0-176B-9A47-98DB-9635D7E8C06C}" destId="{F14AE024-6674-8441-9AEE-F5CCBD12CA47}" srcOrd="5" destOrd="0" presId="urn:microsoft.com/office/officeart/2005/8/layout/lProcess1"/>
    <dgm:cxn modelId="{0CCA9E6D-488B-B248-82E2-DB757E4CDE6C}" type="presParOf" srcId="{F4CD67B0-176B-9A47-98DB-9635D7E8C06C}" destId="{A658CBB8-CADB-6B45-A3C1-7BADB822A7C8}" srcOrd="6" destOrd="0" presId="urn:microsoft.com/office/officeart/2005/8/layout/lProcess1"/>
    <dgm:cxn modelId="{AA4F1D89-178C-E04C-9E1A-A6F3FB4BD002}" type="presParOf" srcId="{F4CD67B0-176B-9A47-98DB-9635D7E8C06C}" destId="{3FB8086C-EAD2-C745-B953-6748C0FCE0A2}" srcOrd="7" destOrd="0" presId="urn:microsoft.com/office/officeart/2005/8/layout/lProcess1"/>
    <dgm:cxn modelId="{6D7DB700-A783-7347-90E0-0563797C50F3}" type="presParOf" srcId="{F4CD67B0-176B-9A47-98DB-9635D7E8C06C}" destId="{4118F156-1CEE-4F44-AE7D-49FF908CB37C}" srcOrd="8" destOrd="0" presId="urn:microsoft.com/office/officeart/2005/8/layout/lProcess1"/>
    <dgm:cxn modelId="{A5EDC4F5-E461-FA45-8496-34DE8DD9172A}" type="presParOf" srcId="{F4CD67B0-176B-9A47-98DB-9635D7E8C06C}" destId="{8E98C63C-6A7D-6E4F-82F3-60748F33040C}" srcOrd="9" destOrd="0" presId="urn:microsoft.com/office/officeart/2005/8/layout/lProcess1"/>
    <dgm:cxn modelId="{ADD6C271-338C-7A45-80CC-0452F0BD77FA}" type="presParOf" srcId="{F4CD67B0-176B-9A47-98DB-9635D7E8C06C}" destId="{16029690-30E6-EB41-ADF6-49FB6BFF3ACC}" srcOrd="10" destOrd="0" presId="urn:microsoft.com/office/officeart/2005/8/layout/lProcess1"/>
    <dgm:cxn modelId="{A8399DD8-3892-F745-A5D1-A94D48FA9D57}" type="presParOf" srcId="{F4CD67B0-176B-9A47-98DB-9635D7E8C06C}" destId="{7D8FD09A-92B8-5445-B4F5-E52BC5ACBD9B}" srcOrd="11" destOrd="0" presId="urn:microsoft.com/office/officeart/2005/8/layout/lProcess1"/>
    <dgm:cxn modelId="{21743C5F-A7CF-7744-8380-1C749A17ECAB}" type="presParOf" srcId="{F4CD67B0-176B-9A47-98DB-9635D7E8C06C}" destId="{02AA93B6-43B2-D248-83DD-AFEDEC2CE22A}" srcOrd="12" destOrd="0" presId="urn:microsoft.com/office/officeart/2005/8/layout/lProcess1"/>
    <dgm:cxn modelId="{377669CE-3E5A-4547-B6F7-2A41C6A955B6}" type="presParOf" srcId="{3EA4CAE9-4D25-DE4E-9868-BC2EEBB8D508}" destId="{FA8E9EB8-AD15-DF45-9DFD-88ACFE6A3F28}" srcOrd="5" destOrd="0" presId="urn:microsoft.com/office/officeart/2005/8/layout/lProcess1"/>
    <dgm:cxn modelId="{43B78A12-E2FF-444D-AC8D-5B59D114AE2E}" type="presParOf" srcId="{3EA4CAE9-4D25-DE4E-9868-BC2EEBB8D508}" destId="{FC24F70E-642B-EA46-8720-AEAD63BB5624}" srcOrd="6" destOrd="0" presId="urn:microsoft.com/office/officeart/2005/8/layout/lProcess1"/>
    <dgm:cxn modelId="{DEC04534-2CEF-5E47-B274-ACF014939991}" type="presParOf" srcId="{FC24F70E-642B-EA46-8720-AEAD63BB5624}" destId="{DAC8F10D-6708-C242-B5E1-DC64EED8DBCB}" srcOrd="0" destOrd="0" presId="urn:microsoft.com/office/officeart/2005/8/layout/lProcess1"/>
    <dgm:cxn modelId="{B91E4D59-AE10-3849-853C-8F988BEB4C5B}" type="presParOf" srcId="{FC24F70E-642B-EA46-8720-AEAD63BB5624}" destId="{EAC7B0E3-91A1-3148-8993-3EC00E109203}" srcOrd="1" destOrd="0" presId="urn:microsoft.com/office/officeart/2005/8/layout/lProcess1"/>
    <dgm:cxn modelId="{5B74D159-89F9-474B-8CB7-21FCD7138F55}" type="presParOf" srcId="{FC24F70E-642B-EA46-8720-AEAD63BB5624}" destId="{C8DB69D1-C3BE-4949-8142-556EF2F56312}" srcOrd="2" destOrd="0" presId="urn:microsoft.com/office/officeart/2005/8/layout/lProcess1"/>
    <dgm:cxn modelId="{F6D13021-B218-C34F-839B-B9D377372A59}" type="presParOf" srcId="{FC24F70E-642B-EA46-8720-AEAD63BB5624}" destId="{EEADD46F-3CA1-614A-AFEC-72915278CD65}" srcOrd="3" destOrd="0" presId="urn:microsoft.com/office/officeart/2005/8/layout/lProcess1"/>
    <dgm:cxn modelId="{F6786F5B-14AE-9F4C-902C-BD7CFE65AEC4}" type="presParOf" srcId="{FC24F70E-642B-EA46-8720-AEAD63BB5624}" destId="{F2CFD47A-DBE5-894A-B6F9-0D2F1796FB51}" srcOrd="4" destOrd="0" presId="urn:microsoft.com/office/officeart/2005/8/layout/lProcess1"/>
    <dgm:cxn modelId="{310E133E-8080-E442-BCB6-8EE91D458EFA}" type="presParOf" srcId="{FC24F70E-642B-EA46-8720-AEAD63BB5624}" destId="{FB413A8C-1255-A94C-826E-A59F01EA6F07}" srcOrd="5" destOrd="0" presId="urn:microsoft.com/office/officeart/2005/8/layout/lProcess1"/>
    <dgm:cxn modelId="{ACDA2320-42DE-6D48-A030-030BD907D5C9}" type="presParOf" srcId="{FC24F70E-642B-EA46-8720-AEAD63BB5624}" destId="{B407B338-5072-054D-A9C7-93DE9E6E8149}" srcOrd="6" destOrd="0" presId="urn:microsoft.com/office/officeart/2005/8/layout/lProcess1"/>
    <dgm:cxn modelId="{C3F7C8F1-C0AF-EA47-8BA8-0B5CD9E02CF2}" type="presParOf" srcId="{FC24F70E-642B-EA46-8720-AEAD63BB5624}" destId="{62053D0A-20B7-2548-B890-AF7D8E5384EB}" srcOrd="7" destOrd="0" presId="urn:microsoft.com/office/officeart/2005/8/layout/lProcess1"/>
    <dgm:cxn modelId="{D959F803-19D4-AE44-A1A6-D0A8AFD07FD7}" type="presParOf" srcId="{FC24F70E-642B-EA46-8720-AEAD63BB5624}" destId="{6EBDCB99-7C36-D541-B0F1-76B4E7E0C33D}" srcOrd="8" destOrd="0" presId="urn:microsoft.com/office/officeart/2005/8/layout/lProcess1"/>
    <dgm:cxn modelId="{4C2E97C8-D383-2E47-9A75-EDA4BC882569}" type="presParOf" srcId="{FC24F70E-642B-EA46-8720-AEAD63BB5624}" destId="{170E55DA-BDF2-0A4D-B897-D7E0D0D53E0C}" srcOrd="9" destOrd="0" presId="urn:microsoft.com/office/officeart/2005/8/layout/lProcess1"/>
    <dgm:cxn modelId="{6DFC3E24-2142-3848-A743-69AACCA4C5B4}" type="presParOf" srcId="{FC24F70E-642B-EA46-8720-AEAD63BB5624}" destId="{C8A59553-03E6-0A4A-BD29-DBBFDC2DBDBA}" srcOrd="10" destOrd="0" presId="urn:microsoft.com/office/officeart/2005/8/layout/lProcess1"/>
    <dgm:cxn modelId="{A679327C-5FF5-3F41-A80C-E90B9F3D04AC}" type="presParOf" srcId="{FC24F70E-642B-EA46-8720-AEAD63BB5624}" destId="{192A6B81-3DBE-AF4A-8318-72BE0585D3DA}" srcOrd="11" destOrd="0" presId="urn:microsoft.com/office/officeart/2005/8/layout/lProcess1"/>
    <dgm:cxn modelId="{06803AF9-BDF9-EF4D-8C89-1926B24955B0}" type="presParOf" srcId="{FC24F70E-642B-EA46-8720-AEAD63BB5624}" destId="{766F90CF-F262-3F42-A788-BB0136C80D34}" srcOrd="12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48F206F-4419-7944-B9E1-EED70A891755}" type="doc">
      <dgm:prSet loTypeId="urn:microsoft.com/office/officeart/2005/8/layout/lProcess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403197C-5435-0249-9FAA-BA59B9ABDEF2}">
      <dgm:prSet phldrT="[Text]"/>
      <dgm:spPr/>
      <dgm:t>
        <a:bodyPr/>
        <a:lstStyle/>
        <a:p>
          <a:pPr>
            <a:buNone/>
          </a:pPr>
          <a:r>
            <a:rPr lang="en-IN" b="1" i="0" u="none" dirty="0">
              <a:latin typeface="Aptos" panose="020B0004020202020204" pitchFamily="34" charset="0"/>
            </a:rPr>
            <a:t>Probability Thresholding (Signal Quality Control)</a:t>
          </a:r>
          <a:endParaRPr lang="en-GB" b="1" dirty="0">
            <a:latin typeface="Aptos" panose="020B0004020202020204" pitchFamily="34" charset="0"/>
          </a:endParaRPr>
        </a:p>
      </dgm:t>
    </dgm:pt>
    <dgm:pt modelId="{7639754C-E95B-1E41-B85F-C84F3859FDDB}" type="parTrans" cxnId="{BAB15256-B5B9-A946-9EE6-FEBD434E4ACC}">
      <dgm:prSet/>
      <dgm:spPr/>
      <dgm:t>
        <a:bodyPr/>
        <a:lstStyle/>
        <a:p>
          <a:endParaRPr lang="en-GB"/>
        </a:p>
      </dgm:t>
    </dgm:pt>
    <dgm:pt modelId="{9E5BB787-1CDF-ED43-958F-492EE1744B52}" type="sibTrans" cxnId="{BAB15256-B5B9-A946-9EE6-FEBD434E4ACC}">
      <dgm:prSet/>
      <dgm:spPr/>
      <dgm:t>
        <a:bodyPr/>
        <a:lstStyle/>
        <a:p>
          <a:endParaRPr lang="en-GB"/>
        </a:p>
      </dgm:t>
    </dgm:pt>
    <dgm:pt modelId="{BE63B91E-EB89-B748-8592-9EF3B876FAB9}">
      <dgm:prSet phldrT="[Text]" custT="1"/>
      <dgm:spPr/>
      <dgm:t>
        <a:bodyPr/>
        <a:lstStyle/>
        <a:p>
          <a:pPr>
            <a:buNone/>
          </a:pPr>
          <a:r>
            <a:rPr lang="en-IN" sz="1800" b="1" i="0" u="none" dirty="0">
              <a:latin typeface="Aptos" panose="020B0004020202020204" pitchFamily="34" charset="0"/>
            </a:rPr>
            <a:t>Symmetric Long / Short Thresholds</a:t>
          </a:r>
          <a:endParaRPr lang="en-GB" sz="1800" b="1" dirty="0">
            <a:latin typeface="Aptos" panose="020B0004020202020204" pitchFamily="34" charset="0"/>
          </a:endParaRPr>
        </a:p>
      </dgm:t>
    </dgm:pt>
    <dgm:pt modelId="{16DB4053-F1D6-AC47-A787-472C39A532DE}" type="parTrans" cxnId="{EC3EDF3F-658D-9843-9F72-78F06D62130E}">
      <dgm:prSet/>
      <dgm:spPr/>
      <dgm:t>
        <a:bodyPr/>
        <a:lstStyle/>
        <a:p>
          <a:endParaRPr lang="en-GB"/>
        </a:p>
      </dgm:t>
    </dgm:pt>
    <dgm:pt modelId="{92ABA821-8044-224D-85C8-3511F2C2225E}" type="sibTrans" cxnId="{EC3EDF3F-658D-9843-9F72-78F06D62130E}">
      <dgm:prSet/>
      <dgm:spPr/>
      <dgm:t>
        <a:bodyPr/>
        <a:lstStyle/>
        <a:p>
          <a:endParaRPr lang="en-GB"/>
        </a:p>
      </dgm:t>
    </dgm:pt>
    <dgm:pt modelId="{F852D929-CCB4-F740-B6E3-B15E27F57C96}">
      <dgm:prSet phldrT="[Text]" custT="1"/>
      <dgm:spPr/>
      <dgm:t>
        <a:bodyPr/>
        <a:lstStyle/>
        <a:p>
          <a:pPr>
            <a:buNone/>
          </a:pPr>
          <a:r>
            <a:rPr lang="en-IN" sz="2200" b="1" i="0" dirty="0">
              <a:latin typeface="Aptos" panose="020B0004020202020204" pitchFamily="34" charset="0"/>
            </a:rPr>
            <a:t>WHAT?</a:t>
          </a:r>
          <a:endParaRPr lang="en-GB" sz="2200" dirty="0">
            <a:latin typeface="Aptos" panose="020B0004020202020204" pitchFamily="34" charset="0"/>
          </a:endParaRPr>
        </a:p>
      </dgm:t>
    </dgm:pt>
    <dgm:pt modelId="{6898A879-7F84-C84A-8BC6-891CF6113DF9}" type="parTrans" cxnId="{30FF9E0E-EFEB-4A42-9C6C-57A616E9DBDC}">
      <dgm:prSet/>
      <dgm:spPr/>
      <dgm:t>
        <a:bodyPr/>
        <a:lstStyle/>
        <a:p>
          <a:endParaRPr lang="en-GB"/>
        </a:p>
      </dgm:t>
    </dgm:pt>
    <dgm:pt modelId="{43E81BB5-6F11-B947-B6EC-BD45E4469830}" type="sibTrans" cxnId="{30FF9E0E-EFEB-4A42-9C6C-57A616E9DBDC}">
      <dgm:prSet/>
      <dgm:spPr/>
      <dgm:t>
        <a:bodyPr/>
        <a:lstStyle/>
        <a:p>
          <a:endParaRPr lang="en-GB"/>
        </a:p>
      </dgm:t>
    </dgm:pt>
    <dgm:pt modelId="{EB476FBA-BAF3-2A4E-87B4-87448257CBE4}">
      <dgm:prSet custT="1"/>
      <dgm:spPr/>
      <dgm:t>
        <a:bodyPr/>
        <a:lstStyle/>
        <a:p>
          <a:pPr>
            <a:buNone/>
          </a:pPr>
          <a:r>
            <a:rPr lang="en-IN" sz="1800" b="1" i="0" u="none" dirty="0">
              <a:latin typeface="Aptos" panose="020B0004020202020204" pitchFamily="34" charset="0"/>
            </a:rPr>
            <a:t>Model Capacity &amp; Training Discipline</a:t>
          </a:r>
          <a:endParaRPr lang="en-GB" sz="1800" b="1" dirty="0">
            <a:latin typeface="Aptos" panose="020B0004020202020204" pitchFamily="34" charset="0"/>
          </a:endParaRPr>
        </a:p>
      </dgm:t>
    </dgm:pt>
    <dgm:pt modelId="{AA3C19C0-A661-6840-8F34-3BD4FC23778A}" type="parTrans" cxnId="{32539881-C987-4048-8F0B-572632DCE6BA}">
      <dgm:prSet/>
      <dgm:spPr/>
      <dgm:t>
        <a:bodyPr/>
        <a:lstStyle/>
        <a:p>
          <a:endParaRPr lang="en-GB"/>
        </a:p>
      </dgm:t>
    </dgm:pt>
    <dgm:pt modelId="{BF4FDE97-F5CD-3F4C-8017-0549983E4F03}" type="sibTrans" cxnId="{32539881-C987-4048-8F0B-572632DCE6BA}">
      <dgm:prSet/>
      <dgm:spPr/>
      <dgm:t>
        <a:bodyPr/>
        <a:lstStyle/>
        <a:p>
          <a:endParaRPr lang="en-GB"/>
        </a:p>
      </dgm:t>
    </dgm:pt>
    <dgm:pt modelId="{7D8BD67F-2D10-AE4F-8C57-F9E074346E28}">
      <dgm:prSet custT="1"/>
      <dgm:spPr/>
      <dgm:t>
        <a:bodyPr/>
        <a:lstStyle/>
        <a:p>
          <a:pPr>
            <a:buNone/>
          </a:pPr>
          <a:r>
            <a:rPr lang="en-IN" sz="1800" b="1" i="0" u="none" dirty="0">
              <a:latin typeface="Aptos" panose="020B0004020202020204" pitchFamily="34" charset="0"/>
            </a:rPr>
            <a:t>Volatility-Targeted Position Scaling</a:t>
          </a:r>
          <a:endParaRPr lang="en-GB" sz="1800" b="1" dirty="0">
            <a:latin typeface="Aptos" panose="020B0004020202020204" pitchFamily="34" charset="0"/>
          </a:endParaRPr>
        </a:p>
      </dgm:t>
    </dgm:pt>
    <dgm:pt modelId="{6A0C8415-EDE4-6E44-A561-97D8CCEAC261}" type="parTrans" cxnId="{1E9B3921-3722-6646-A3D5-EAE398D355BF}">
      <dgm:prSet/>
      <dgm:spPr/>
      <dgm:t>
        <a:bodyPr/>
        <a:lstStyle/>
        <a:p>
          <a:endParaRPr lang="en-GB"/>
        </a:p>
      </dgm:t>
    </dgm:pt>
    <dgm:pt modelId="{33F54478-BF48-A346-9F68-148194286C8E}" type="sibTrans" cxnId="{1E9B3921-3722-6646-A3D5-EAE398D355BF}">
      <dgm:prSet/>
      <dgm:spPr/>
      <dgm:t>
        <a:bodyPr/>
        <a:lstStyle/>
        <a:p>
          <a:endParaRPr lang="en-GB"/>
        </a:p>
      </dgm:t>
    </dgm:pt>
    <dgm:pt modelId="{30B73650-2558-CC42-B18C-E26B000D4D0B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dirty="0">
              <a:latin typeface="Aptos" panose="020B0004020202020204" pitchFamily="34" charset="0"/>
            </a:rPr>
            <a:t>Predictions near 0.5 are statistically noisy</a:t>
          </a:r>
        </a:p>
        <a:p>
          <a:pPr>
            <a:buNone/>
          </a:pPr>
          <a:r>
            <a:rPr lang="en-IN" sz="1200" dirty="0">
              <a:latin typeface="Aptos" panose="020B0004020202020204" pitchFamily="34" charset="0"/>
            </a:rPr>
            <a:t>Creates an explicit </a:t>
          </a:r>
          <a:r>
            <a:rPr lang="en-IN" sz="1200" b="1" dirty="0">
              <a:latin typeface="Aptos" panose="020B0004020202020204" pitchFamily="34" charset="0"/>
            </a:rPr>
            <a:t>no-trade region</a:t>
          </a:r>
          <a:endParaRPr lang="en-IN" sz="1200" b="0" i="0" dirty="0">
            <a:latin typeface="Aptos" panose="020B0004020202020204" pitchFamily="34" charset="0"/>
          </a:endParaRPr>
        </a:p>
      </dgm:t>
    </dgm:pt>
    <dgm:pt modelId="{E936198E-91D1-DD46-97BB-9F33E94C9825}" type="parTrans" cxnId="{F9833271-7931-3D48-BBCE-EADC6F333E0E}">
      <dgm:prSet/>
      <dgm:spPr/>
      <dgm:t>
        <a:bodyPr/>
        <a:lstStyle/>
        <a:p>
          <a:endParaRPr lang="en-GB"/>
        </a:p>
      </dgm:t>
    </dgm:pt>
    <dgm:pt modelId="{F13D6173-CDEB-AE43-BE26-6B2C5B851870}" type="sibTrans" cxnId="{F9833271-7931-3D48-BBCE-EADC6F333E0E}">
      <dgm:prSet/>
      <dgm:spPr/>
      <dgm:t>
        <a:bodyPr/>
        <a:lstStyle/>
        <a:p>
          <a:endParaRPr lang="en-GB"/>
        </a:p>
      </dgm:t>
    </dgm:pt>
    <dgm:pt modelId="{27FC8017-66BD-D444-B4B9-1C97403D0AC0}">
      <dgm:prSet phldrT="[Text]" custT="1"/>
      <dgm:spPr/>
      <dgm:t>
        <a:bodyPr/>
        <a:lstStyle/>
        <a:p>
          <a:pPr>
            <a:buNone/>
          </a:pPr>
          <a:r>
            <a:rPr lang="en-IN" sz="2200" b="1" i="0" dirty="0">
              <a:latin typeface="Aptos" panose="020B0004020202020204" pitchFamily="34" charset="0"/>
            </a:rPr>
            <a:t>IMPACT</a:t>
          </a:r>
        </a:p>
      </dgm:t>
    </dgm:pt>
    <dgm:pt modelId="{93509EE1-E6AB-0E4F-8C53-2411147F8E87}" type="parTrans" cxnId="{EA177F80-1B3C-1F41-A60B-D587296A7FEA}">
      <dgm:prSet/>
      <dgm:spPr/>
      <dgm:t>
        <a:bodyPr/>
        <a:lstStyle/>
        <a:p>
          <a:endParaRPr lang="en-GB"/>
        </a:p>
      </dgm:t>
    </dgm:pt>
    <dgm:pt modelId="{D4BF2917-1A8A-1049-9BFA-80CB5F6F6C81}" type="sibTrans" cxnId="{EA177F80-1B3C-1F41-A60B-D587296A7FEA}">
      <dgm:prSet/>
      <dgm:spPr/>
      <dgm:t>
        <a:bodyPr/>
        <a:lstStyle/>
        <a:p>
          <a:endParaRPr lang="en-GB"/>
        </a:p>
      </dgm:t>
    </dgm:pt>
    <dgm:pt modelId="{3A4F368B-C826-5F43-B4F2-0B62D1738BA4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b="0" i="0" u="none" dirty="0">
              <a:latin typeface="Aptos" panose="020B0004020202020204" pitchFamily="34" charset="0"/>
            </a:rPr>
            <a:t>Identical confidence thresholds for long and short</a:t>
          </a:r>
          <a:endParaRPr lang="en-IN" sz="1200" b="0" i="0" dirty="0">
            <a:latin typeface="Aptos" panose="020B0004020202020204" pitchFamily="34" charset="0"/>
          </a:endParaRPr>
        </a:p>
      </dgm:t>
    </dgm:pt>
    <dgm:pt modelId="{EEC8A849-E103-6D49-9ED5-9D44DB7BD6C1}" type="parTrans" cxnId="{021F2DCD-41BB-C442-8C96-8E2205F905AD}">
      <dgm:prSet/>
      <dgm:spPr/>
      <dgm:t>
        <a:bodyPr/>
        <a:lstStyle/>
        <a:p>
          <a:endParaRPr lang="en-GB"/>
        </a:p>
      </dgm:t>
    </dgm:pt>
    <dgm:pt modelId="{A451EA01-E29C-7545-B862-AFD4811E9DBA}" type="sibTrans" cxnId="{021F2DCD-41BB-C442-8C96-8E2205F905AD}">
      <dgm:prSet/>
      <dgm:spPr/>
      <dgm:t>
        <a:bodyPr/>
        <a:lstStyle/>
        <a:p>
          <a:endParaRPr lang="en-GB"/>
        </a:p>
      </dgm:t>
    </dgm:pt>
    <dgm:pt modelId="{D9FC0F99-77D3-FF47-8BE0-1FF6A6B10104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200" b="1" i="0" dirty="0">
              <a:latin typeface="Aptos" panose="020B0004020202020204" pitchFamily="34" charset="0"/>
            </a:rPr>
            <a:t>WHY?</a:t>
          </a:r>
          <a:endParaRPr lang="en-GB" sz="2200" dirty="0">
            <a:latin typeface="Aptos" panose="020B0004020202020204" pitchFamily="34" charset="0"/>
          </a:endParaRPr>
        </a:p>
      </dgm:t>
    </dgm:pt>
    <dgm:pt modelId="{88CD1BB4-7797-D24E-B4B7-11AA3D921DE4}" type="parTrans" cxnId="{09B8FE38-D24B-E34D-8CF9-0BFAD3D3D85F}">
      <dgm:prSet/>
      <dgm:spPr/>
      <dgm:t>
        <a:bodyPr/>
        <a:lstStyle/>
        <a:p>
          <a:endParaRPr lang="en-GB"/>
        </a:p>
      </dgm:t>
    </dgm:pt>
    <dgm:pt modelId="{62102039-668F-1A43-848D-45C7810B60E1}" type="sibTrans" cxnId="{09B8FE38-D24B-E34D-8CF9-0BFAD3D3D85F}">
      <dgm:prSet/>
      <dgm:spPr/>
      <dgm:t>
        <a:bodyPr/>
        <a:lstStyle/>
        <a:p>
          <a:endParaRPr lang="en-GB"/>
        </a:p>
      </dgm:t>
    </dgm:pt>
    <dgm:pt modelId="{857BD225-5EE4-6944-A932-7EC9E082717F}">
      <dgm:prSet custT="1"/>
      <dgm:spPr/>
      <dgm:t>
        <a:bodyPr/>
        <a:lstStyle/>
        <a:p>
          <a:pPr>
            <a:buNone/>
          </a:pPr>
          <a:r>
            <a:rPr lang="en-GB" sz="2200" b="1" dirty="0">
              <a:latin typeface="Aptos" panose="020B0004020202020204" pitchFamily="34" charset="0"/>
            </a:rPr>
            <a:t>WHAT?</a:t>
          </a:r>
        </a:p>
      </dgm:t>
    </dgm:pt>
    <dgm:pt modelId="{C4DF2722-012A-394C-A77B-20916BDF4697}" type="parTrans" cxnId="{0BEE60A8-A3BF-364F-8F40-76C8C7CCD602}">
      <dgm:prSet/>
      <dgm:spPr/>
      <dgm:t>
        <a:bodyPr/>
        <a:lstStyle/>
        <a:p>
          <a:endParaRPr lang="en-GB"/>
        </a:p>
      </dgm:t>
    </dgm:pt>
    <dgm:pt modelId="{5511C339-F924-5941-850B-AEE56E0681AC}" type="sibTrans" cxnId="{0BEE60A8-A3BF-364F-8F40-76C8C7CCD602}">
      <dgm:prSet/>
      <dgm:spPr/>
      <dgm:t>
        <a:bodyPr/>
        <a:lstStyle/>
        <a:p>
          <a:endParaRPr lang="en-GB"/>
        </a:p>
      </dgm:t>
    </dgm:pt>
    <dgm:pt modelId="{1AABF278-E22B-674E-A321-6C6D24D4AEA1}">
      <dgm:prSet custT="1"/>
      <dgm:spPr>
        <a:blipFill>
          <a:blip xmlns:r="http://schemas.openxmlformats.org/officeDocument/2006/relationships" r:embed="rId1"/>
          <a:stretch>
            <a:fillRect r="-1456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008FEA36-1FF4-A748-B536-B9F9E371CA24}" type="parTrans" cxnId="{2A5732D6-ED9F-DC41-9EDE-6256026ED52D}">
      <dgm:prSet/>
      <dgm:spPr/>
      <dgm:t>
        <a:bodyPr/>
        <a:lstStyle/>
        <a:p>
          <a:endParaRPr lang="en-GB"/>
        </a:p>
      </dgm:t>
    </dgm:pt>
    <dgm:pt modelId="{11EBFA99-74C0-2740-A7D9-CB9B89E801A4}" type="sibTrans" cxnId="{2A5732D6-ED9F-DC41-9EDE-6256026ED52D}">
      <dgm:prSet/>
      <dgm:spPr/>
      <dgm:t>
        <a:bodyPr/>
        <a:lstStyle/>
        <a:p>
          <a:endParaRPr lang="en-GB"/>
        </a:p>
      </dgm:t>
    </dgm:pt>
    <dgm:pt modelId="{701CEC8E-1B5F-7847-B1F2-3B71FB4A731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200" b="1" i="0" dirty="0">
              <a:latin typeface="Aptos" panose="020B0004020202020204" pitchFamily="34" charset="0"/>
            </a:rPr>
            <a:t>WHY?</a:t>
          </a:r>
        </a:p>
      </dgm:t>
    </dgm:pt>
    <dgm:pt modelId="{D35B4E7A-E5BA-054F-A38C-5571B5346B88}" type="parTrans" cxnId="{931E4080-EDBD-D947-8681-C6B09484A5AE}">
      <dgm:prSet/>
      <dgm:spPr/>
      <dgm:t>
        <a:bodyPr/>
        <a:lstStyle/>
        <a:p>
          <a:endParaRPr lang="en-GB"/>
        </a:p>
      </dgm:t>
    </dgm:pt>
    <dgm:pt modelId="{9122220C-4B46-5C41-A2D9-168ED8677035}" type="sibTrans" cxnId="{931E4080-EDBD-D947-8681-C6B09484A5AE}">
      <dgm:prSet/>
      <dgm:spPr/>
      <dgm:t>
        <a:bodyPr/>
        <a:lstStyle/>
        <a:p>
          <a:endParaRPr lang="en-GB"/>
        </a:p>
      </dgm:t>
    </dgm:pt>
    <dgm:pt modelId="{5E2CDEF9-4DF0-DA44-9E97-5DD302B35E6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dirty="0">
              <a:latin typeface="Aptos" panose="020B0004020202020204" pitchFamily="34" charset="0"/>
            </a:rPr>
            <a:t>Normalizes risk across time</a:t>
          </a:r>
        </a:p>
        <a:p>
          <a:pPr>
            <a:buNone/>
          </a:pPr>
          <a:r>
            <a:rPr lang="en-IN" sz="1200" dirty="0">
              <a:latin typeface="Aptos" panose="020B0004020202020204" pitchFamily="34" charset="0"/>
            </a:rPr>
            <a:t>Automatically de-leverages in volatile regimes</a:t>
          </a:r>
          <a:endParaRPr lang="ar-AE" sz="1200" b="0" i="0" dirty="0">
            <a:latin typeface="Aptos" panose="020B0004020202020204" pitchFamily="34" charset="0"/>
          </a:endParaRPr>
        </a:p>
      </dgm:t>
    </dgm:pt>
    <dgm:pt modelId="{F27C23D6-45F7-DD4C-A22F-98137EFE42BD}" type="parTrans" cxnId="{F6C8FDE4-5405-B241-ACC0-2CB489F9EAE9}">
      <dgm:prSet/>
      <dgm:spPr/>
      <dgm:t>
        <a:bodyPr/>
        <a:lstStyle/>
        <a:p>
          <a:endParaRPr lang="en-GB"/>
        </a:p>
      </dgm:t>
    </dgm:pt>
    <dgm:pt modelId="{F8C688E3-90AA-BD4D-B915-10823EA710BA}" type="sibTrans" cxnId="{F6C8FDE4-5405-B241-ACC0-2CB489F9EAE9}">
      <dgm:prSet/>
      <dgm:spPr/>
      <dgm:t>
        <a:bodyPr/>
        <a:lstStyle/>
        <a:p>
          <a:endParaRPr lang="en-GB"/>
        </a:p>
      </dgm:t>
    </dgm:pt>
    <dgm:pt modelId="{05A2766F-3E85-C840-8DE1-63421CC39269}">
      <dgm:prSet custT="1"/>
      <dgm:spPr/>
      <dgm:t>
        <a:bodyPr/>
        <a:lstStyle/>
        <a:p>
          <a:pPr>
            <a:buNone/>
          </a:pPr>
          <a:r>
            <a:rPr lang="en-IN" sz="2200" b="1" i="0" dirty="0">
              <a:latin typeface="Aptos" panose="020B0004020202020204" pitchFamily="34" charset="0"/>
            </a:rPr>
            <a:t>IMPACT</a:t>
          </a:r>
          <a:endParaRPr lang="ar-AE" sz="2200" b="0" i="0" dirty="0">
            <a:latin typeface="Aptos" panose="020B0004020202020204" pitchFamily="34" charset="0"/>
          </a:endParaRPr>
        </a:p>
      </dgm:t>
    </dgm:pt>
    <dgm:pt modelId="{C7D08E41-B4B7-BE42-8316-901E12A9865A}" type="parTrans" cxnId="{106421FF-6CD1-7C4E-B72A-EA72AAD49EE4}">
      <dgm:prSet/>
      <dgm:spPr/>
      <dgm:t>
        <a:bodyPr/>
        <a:lstStyle/>
        <a:p>
          <a:endParaRPr lang="en-GB"/>
        </a:p>
      </dgm:t>
    </dgm:pt>
    <dgm:pt modelId="{D96D4252-099D-6C44-82E9-230DE9AA1120}" type="sibTrans" cxnId="{106421FF-6CD1-7C4E-B72A-EA72AAD49EE4}">
      <dgm:prSet/>
      <dgm:spPr/>
      <dgm:t>
        <a:bodyPr/>
        <a:lstStyle/>
        <a:p>
          <a:endParaRPr lang="en-GB"/>
        </a:p>
      </dgm:t>
    </dgm:pt>
    <dgm:pt modelId="{5DF81E50-61A0-164C-B0CE-6C823BB80EE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dirty="0">
              <a:latin typeface="Aptos" panose="020B0004020202020204" pitchFamily="34" charset="0"/>
            </a:rPr>
            <a:t>Comparable risk per trade</a:t>
          </a:r>
        </a:p>
        <a:p>
          <a:pPr>
            <a:buNone/>
          </a:pPr>
          <a:r>
            <a:rPr lang="en-IN" sz="1200" dirty="0">
              <a:latin typeface="Aptos" panose="020B0004020202020204" pitchFamily="34" charset="0"/>
            </a:rPr>
            <a:t>Lower drawdowns during volatility spikes</a:t>
          </a:r>
          <a:endParaRPr lang="en-IN" sz="1200" b="0" i="0" dirty="0">
            <a:latin typeface="Aptos" panose="020B0004020202020204" pitchFamily="34" charset="0"/>
          </a:endParaRPr>
        </a:p>
      </dgm:t>
    </dgm:pt>
    <dgm:pt modelId="{F946B1AB-FBAD-1A40-BE44-19AE74C5CD24}" type="parTrans" cxnId="{C2075E3E-8FF7-E440-AAA4-64EA1F01F487}">
      <dgm:prSet/>
      <dgm:spPr/>
      <dgm:t>
        <a:bodyPr/>
        <a:lstStyle/>
        <a:p>
          <a:endParaRPr lang="en-GB"/>
        </a:p>
      </dgm:t>
    </dgm:pt>
    <dgm:pt modelId="{F2BE957C-C772-924E-808B-1B3A446B1C12}" type="sibTrans" cxnId="{C2075E3E-8FF7-E440-AAA4-64EA1F01F487}">
      <dgm:prSet/>
      <dgm:spPr/>
      <dgm:t>
        <a:bodyPr/>
        <a:lstStyle/>
        <a:p>
          <a:endParaRPr lang="en-GB"/>
        </a:p>
      </dgm:t>
    </dgm:pt>
    <dgm:pt modelId="{06C7CBF5-6EB6-C143-9F22-D5C6B5E0F71B}">
      <dgm:prSet custT="1"/>
      <dgm:spPr/>
      <dgm:t>
        <a:bodyPr/>
        <a:lstStyle/>
        <a:p>
          <a:pPr>
            <a:buNone/>
          </a:pPr>
          <a:r>
            <a:rPr lang="en-IN" sz="2200" b="1" i="0" dirty="0">
              <a:latin typeface="Aptos" panose="020B0004020202020204" pitchFamily="34" charset="0"/>
            </a:rPr>
            <a:t>WHAT?</a:t>
          </a:r>
        </a:p>
      </dgm:t>
    </dgm:pt>
    <dgm:pt modelId="{96A6F835-111B-6540-BB06-1808B60BE1FD}" type="parTrans" cxnId="{FFA50441-3C89-3F4E-8359-2AD333FF9CF5}">
      <dgm:prSet/>
      <dgm:spPr/>
      <dgm:t>
        <a:bodyPr/>
        <a:lstStyle/>
        <a:p>
          <a:endParaRPr lang="en-GB"/>
        </a:p>
      </dgm:t>
    </dgm:pt>
    <dgm:pt modelId="{338F625B-5CC0-3A4E-8C04-EB742CC583D2}" type="sibTrans" cxnId="{FFA50441-3C89-3F4E-8359-2AD333FF9CF5}">
      <dgm:prSet/>
      <dgm:spPr/>
      <dgm:t>
        <a:bodyPr/>
        <a:lstStyle/>
        <a:p>
          <a:endParaRPr lang="en-GB"/>
        </a:p>
      </dgm:t>
    </dgm:pt>
    <dgm:pt modelId="{D498879E-9196-6A4A-BCF6-A6E19DE0DABD}">
      <dgm:prSet custT="1"/>
      <dgm:spPr/>
      <dgm:t>
        <a:bodyPr/>
        <a:lstStyle/>
        <a:p>
          <a:pPr>
            <a:buNone/>
          </a:pPr>
          <a:r>
            <a:rPr lang="en-IN" sz="1200" dirty="0">
              <a:latin typeface="Aptos" panose="020B0004020202020204" pitchFamily="34" charset="0"/>
            </a:rPr>
            <a:t>Limited tree depth</a:t>
          </a:r>
        </a:p>
        <a:p>
          <a:pPr>
            <a:buNone/>
          </a:pPr>
          <a:r>
            <a:rPr lang="en-IN" sz="1200" dirty="0">
              <a:latin typeface="Aptos" panose="020B0004020202020204" pitchFamily="34" charset="0"/>
            </a:rPr>
            <a:t>Minimum samples per split</a:t>
          </a:r>
        </a:p>
        <a:p>
          <a:pPr>
            <a:buNone/>
          </a:pPr>
          <a:r>
            <a:rPr lang="en-IN" sz="1200" dirty="0">
              <a:latin typeface="Aptos" panose="020B0004020202020204" pitchFamily="34" charset="0"/>
            </a:rPr>
            <a:t>Walk-forward retraining</a:t>
          </a:r>
          <a:endParaRPr lang="en-GB" sz="1200" dirty="0">
            <a:latin typeface="Aptos" panose="020B0004020202020204" pitchFamily="34" charset="0"/>
          </a:endParaRPr>
        </a:p>
      </dgm:t>
    </dgm:pt>
    <dgm:pt modelId="{C3B7F7DA-AA3A-DE45-83F8-D5A1DCD094C6}" type="parTrans" cxnId="{E7ECE374-6A8A-BE49-9392-65B6877BFC8C}">
      <dgm:prSet/>
      <dgm:spPr/>
      <dgm:t>
        <a:bodyPr/>
        <a:lstStyle/>
        <a:p>
          <a:endParaRPr lang="en-GB"/>
        </a:p>
      </dgm:t>
    </dgm:pt>
    <dgm:pt modelId="{FA97F7E8-D94F-6846-8B38-9EB632A2E7E8}" type="sibTrans" cxnId="{E7ECE374-6A8A-BE49-9392-65B6877BFC8C}">
      <dgm:prSet/>
      <dgm:spPr/>
      <dgm:t>
        <a:bodyPr/>
        <a:lstStyle/>
        <a:p>
          <a:endParaRPr lang="en-GB"/>
        </a:p>
      </dgm:t>
    </dgm:pt>
    <dgm:pt modelId="{6FC9CF73-5196-354B-B743-FEB365286029}">
      <dgm:prSet custT="1"/>
      <dgm:spPr/>
      <dgm:t>
        <a:bodyPr/>
        <a:lstStyle/>
        <a:p>
          <a:pPr>
            <a:buNone/>
          </a:pPr>
          <a:r>
            <a:rPr lang="en-GB" sz="2200" b="1" dirty="0">
              <a:latin typeface="Aptos" panose="020B0004020202020204" pitchFamily="34" charset="0"/>
            </a:rPr>
            <a:t>WHY?</a:t>
          </a:r>
        </a:p>
      </dgm:t>
    </dgm:pt>
    <dgm:pt modelId="{CA0F4711-E153-274A-B863-26168F3096DF}" type="parTrans" cxnId="{45D98286-3E46-5843-A6CB-2245BEC2D082}">
      <dgm:prSet/>
      <dgm:spPr/>
      <dgm:t>
        <a:bodyPr/>
        <a:lstStyle/>
        <a:p>
          <a:endParaRPr lang="en-GB"/>
        </a:p>
      </dgm:t>
    </dgm:pt>
    <dgm:pt modelId="{1D7C2E72-D4BB-064A-9B49-2E120818E233}" type="sibTrans" cxnId="{45D98286-3E46-5843-A6CB-2245BEC2D082}">
      <dgm:prSet/>
      <dgm:spPr/>
      <dgm:t>
        <a:bodyPr/>
        <a:lstStyle/>
        <a:p>
          <a:endParaRPr lang="en-GB"/>
        </a:p>
      </dgm:t>
    </dgm:pt>
    <dgm:pt modelId="{AAB0549F-44D5-0E42-BF10-FFC84B9AADC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200" b="1" i="0" dirty="0">
              <a:latin typeface="Aptos" panose="020B0004020202020204" pitchFamily="34" charset="0"/>
            </a:rPr>
            <a:t>IMPACT</a:t>
          </a:r>
        </a:p>
      </dgm:t>
    </dgm:pt>
    <dgm:pt modelId="{D1B726DF-4FB0-9749-99D1-BF81B246BDE5}" type="parTrans" cxnId="{940AFC26-31B1-8C42-BA19-9365228555A5}">
      <dgm:prSet/>
      <dgm:spPr/>
      <dgm:t>
        <a:bodyPr/>
        <a:lstStyle/>
        <a:p>
          <a:endParaRPr lang="en-GB"/>
        </a:p>
      </dgm:t>
    </dgm:pt>
    <dgm:pt modelId="{FB936352-0980-0B4B-8A47-48CD92B5CA28}" type="sibTrans" cxnId="{940AFC26-31B1-8C42-BA19-9365228555A5}">
      <dgm:prSet/>
      <dgm:spPr/>
      <dgm:t>
        <a:bodyPr/>
        <a:lstStyle/>
        <a:p>
          <a:endParaRPr lang="en-GB"/>
        </a:p>
      </dgm:t>
    </dgm:pt>
    <dgm:pt modelId="{3B868A44-E752-C944-92C0-E891291CFAA8}">
      <dgm:prSet custT="1"/>
      <dgm:spPr/>
      <dgm:t>
        <a:bodyPr/>
        <a:lstStyle/>
        <a:p>
          <a:pPr>
            <a:buNone/>
          </a:pPr>
          <a:r>
            <a:rPr lang="en-IN" sz="1000" b="0" i="0" dirty="0"/>
            <a:t>Reduces model variance</a:t>
          </a:r>
        </a:p>
        <a:p>
          <a:pPr>
            <a:buFont typeface="Arial" panose="020B0604020202020204" pitchFamily="34" charset="0"/>
            <a:buChar char="•"/>
          </a:pPr>
          <a:r>
            <a:rPr lang="en-IN" sz="1000" b="0" i="0" dirty="0"/>
            <a:t>Avoids memorization</a:t>
          </a:r>
          <a:endParaRPr lang="en-GB" sz="1000" dirty="0">
            <a:latin typeface="Aptos" panose="020B0004020202020204" pitchFamily="34" charset="0"/>
          </a:endParaRPr>
        </a:p>
      </dgm:t>
    </dgm:pt>
    <dgm:pt modelId="{D96E315F-6D6E-BD4B-AC8A-AE6DC0BA342D}" type="parTrans" cxnId="{BA2FDF96-5384-3544-9255-1BEE3683ADAD}">
      <dgm:prSet/>
      <dgm:spPr/>
      <dgm:t>
        <a:bodyPr/>
        <a:lstStyle/>
        <a:p>
          <a:endParaRPr lang="en-GB"/>
        </a:p>
      </dgm:t>
    </dgm:pt>
    <dgm:pt modelId="{17ABAF3D-2578-C042-B3E1-4A367CE15A25}" type="sibTrans" cxnId="{BA2FDF96-5384-3544-9255-1BEE3683ADAD}">
      <dgm:prSet/>
      <dgm:spPr/>
      <dgm:t>
        <a:bodyPr/>
        <a:lstStyle/>
        <a:p>
          <a:endParaRPr lang="en-GB"/>
        </a:p>
      </dgm:t>
    </dgm:pt>
    <dgm:pt modelId="{6D805681-590E-1347-836A-071978F2A3CA}">
      <dgm:prSet phldrT="[Text]" custT="1"/>
      <dgm:spPr/>
      <dgm:t>
        <a:bodyPr/>
        <a:lstStyle/>
        <a:p>
          <a:pPr>
            <a:buNone/>
          </a:pPr>
          <a:r>
            <a:rPr lang="en-GB" sz="2200" b="1">
              <a:latin typeface="Aptos" panose="020B0004020202020204" pitchFamily="34" charset="0"/>
            </a:rPr>
            <a:t>WHAT?</a:t>
          </a:r>
          <a:endParaRPr lang="en-GB" sz="2200" b="1" dirty="0">
            <a:latin typeface="Aptos" panose="020B0004020202020204" pitchFamily="34" charset="0"/>
          </a:endParaRPr>
        </a:p>
      </dgm:t>
    </dgm:pt>
    <dgm:pt modelId="{97FC3B90-F21C-7E46-B840-BFCBB2B2FF8A}" type="parTrans" cxnId="{960A536C-EC31-4A4F-B5A0-B99A846AF557}">
      <dgm:prSet/>
      <dgm:spPr/>
      <dgm:t>
        <a:bodyPr/>
        <a:lstStyle/>
        <a:p>
          <a:endParaRPr lang="en-GB"/>
        </a:p>
      </dgm:t>
    </dgm:pt>
    <dgm:pt modelId="{0AD115D5-C9D8-1847-B1DD-91BDD864F450}" type="sibTrans" cxnId="{960A536C-EC31-4A4F-B5A0-B99A846AF557}">
      <dgm:prSet/>
      <dgm:spPr/>
      <dgm:t>
        <a:bodyPr/>
        <a:lstStyle/>
        <a:p>
          <a:endParaRPr lang="en-GB"/>
        </a:p>
      </dgm:t>
    </dgm:pt>
    <dgm:pt modelId="{C42C448F-DA64-B94F-A244-EFC38DF7AB53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200" b="1" i="0" dirty="0">
              <a:latin typeface="Aptos" panose="020B0004020202020204" pitchFamily="34" charset="0"/>
            </a:rPr>
            <a:t>WHY?</a:t>
          </a:r>
          <a:endParaRPr lang="en-IN" sz="2200" b="0" i="0" dirty="0">
            <a:latin typeface="Aptos" panose="020B0004020202020204" pitchFamily="34" charset="0"/>
          </a:endParaRPr>
        </a:p>
      </dgm:t>
    </dgm:pt>
    <dgm:pt modelId="{F42A19C6-3B01-DE4A-B4D5-60CA3073BFA7}" type="sibTrans" cxnId="{D5E25BB1-7B79-114C-B95A-D570A722C9D4}">
      <dgm:prSet/>
      <dgm:spPr/>
      <dgm:t>
        <a:bodyPr/>
        <a:lstStyle/>
        <a:p>
          <a:endParaRPr lang="en-GB"/>
        </a:p>
      </dgm:t>
    </dgm:pt>
    <dgm:pt modelId="{1EF8F558-F2A9-7548-849E-472963FEF2EF}" type="parTrans" cxnId="{D5E25BB1-7B79-114C-B95A-D570A722C9D4}">
      <dgm:prSet/>
      <dgm:spPr/>
      <dgm:t>
        <a:bodyPr/>
        <a:lstStyle/>
        <a:p>
          <a:endParaRPr lang="en-GB"/>
        </a:p>
      </dgm:t>
    </dgm:pt>
    <dgm:pt modelId="{104DE919-E98A-F244-9506-1707DC4CEA30}">
      <dgm:prSet phldrT="[Text]" custT="1"/>
      <dgm:spPr/>
      <dgm:t>
        <a:bodyPr/>
        <a:lstStyle/>
        <a:p>
          <a:pPr>
            <a:buNone/>
          </a:pPr>
          <a:r>
            <a:rPr lang="en-IN" sz="1200" dirty="0">
              <a:latin typeface="Aptos" panose="020B0004020202020204" pitchFamily="34" charset="0"/>
            </a:rPr>
            <a:t>Fewer trades</a:t>
          </a:r>
        </a:p>
        <a:p>
          <a:pPr>
            <a:buNone/>
          </a:pPr>
          <a:r>
            <a:rPr lang="en-IN" sz="1200" dirty="0">
              <a:latin typeface="Aptos" panose="020B0004020202020204" pitchFamily="34" charset="0"/>
            </a:rPr>
            <a:t>Higher conditional return per trade</a:t>
          </a:r>
          <a:endParaRPr lang="en-IN" sz="1200" b="1" i="0" dirty="0">
            <a:latin typeface="Aptos" panose="020B0004020202020204" pitchFamily="34" charset="0"/>
          </a:endParaRPr>
        </a:p>
      </dgm:t>
    </dgm:pt>
    <dgm:pt modelId="{729A83F9-1F61-0247-A049-A31334646EA1}" type="parTrans" cxnId="{ADE71F1D-3A8E-0940-960C-08470C170142}">
      <dgm:prSet/>
      <dgm:spPr/>
      <dgm:t>
        <a:bodyPr/>
        <a:lstStyle/>
        <a:p>
          <a:endParaRPr lang="en-GB"/>
        </a:p>
      </dgm:t>
    </dgm:pt>
    <dgm:pt modelId="{BEFFE3A7-E7B4-9943-96E2-F9327D5D719F}" type="sibTrans" cxnId="{ADE71F1D-3A8E-0940-960C-08470C170142}">
      <dgm:prSet/>
      <dgm:spPr/>
      <dgm:t>
        <a:bodyPr/>
        <a:lstStyle/>
        <a:p>
          <a:endParaRPr lang="en-GB"/>
        </a:p>
      </dgm:t>
    </dgm:pt>
    <dgm:pt modelId="{3FF57D8E-5D6D-804F-86BD-D13F7678B745}">
      <dgm:prSet phldrT="[Text]" custT="1"/>
      <dgm:spPr/>
      <dgm:t>
        <a:bodyPr/>
        <a:lstStyle/>
        <a:p>
          <a:pPr>
            <a:buNone/>
          </a:pPr>
          <a:r>
            <a:rPr lang="en-IN" sz="1200" dirty="0">
              <a:latin typeface="Aptos" panose="020B0004020202020204" pitchFamily="34" charset="0"/>
            </a:rPr>
            <a:t>Enforces directional neutrality</a:t>
          </a:r>
        </a:p>
        <a:p>
          <a:pPr>
            <a:buNone/>
          </a:pPr>
          <a:r>
            <a:rPr lang="en-IN" sz="1200" dirty="0">
              <a:latin typeface="Aptos" panose="020B0004020202020204" pitchFamily="34" charset="0"/>
            </a:rPr>
            <a:t>Prevents sample-driven bias</a:t>
          </a:r>
          <a:endParaRPr lang="en-GB" sz="1200" dirty="0">
            <a:latin typeface="Aptos" panose="020B0004020202020204" pitchFamily="34" charset="0"/>
          </a:endParaRPr>
        </a:p>
      </dgm:t>
    </dgm:pt>
    <dgm:pt modelId="{DCD1F743-C789-7543-A5E8-F2B5B525CAF9}" type="parTrans" cxnId="{0F8F2B47-2ACF-2D4D-890F-7A07DB946813}">
      <dgm:prSet/>
      <dgm:spPr/>
      <dgm:t>
        <a:bodyPr/>
        <a:lstStyle/>
        <a:p>
          <a:endParaRPr lang="en-GB"/>
        </a:p>
      </dgm:t>
    </dgm:pt>
    <dgm:pt modelId="{49CB5794-BC90-8849-B509-690F2E50C2BE}" type="sibTrans" cxnId="{0F8F2B47-2ACF-2D4D-890F-7A07DB946813}">
      <dgm:prSet/>
      <dgm:spPr/>
      <dgm:t>
        <a:bodyPr/>
        <a:lstStyle/>
        <a:p>
          <a:endParaRPr lang="en-GB"/>
        </a:p>
      </dgm:t>
    </dgm:pt>
    <dgm:pt modelId="{F2C081BF-48E4-5246-8310-CCBBCDD69CAB}">
      <dgm:prSet phldrT="[Text]" custT="1"/>
      <dgm:spPr/>
      <dgm:t>
        <a:bodyPr/>
        <a:lstStyle/>
        <a:p>
          <a:pPr>
            <a:buNone/>
          </a:pPr>
          <a:r>
            <a:rPr lang="en-GB" sz="2200" b="1" dirty="0">
              <a:latin typeface="Aptos" panose="020B0004020202020204" pitchFamily="34" charset="0"/>
            </a:rPr>
            <a:t>IMPACT</a:t>
          </a:r>
        </a:p>
      </dgm:t>
    </dgm:pt>
    <dgm:pt modelId="{D7B756E7-78B4-B241-97D8-EF04DD552712}" type="parTrans" cxnId="{75E3133C-DFF8-864C-8D92-FF30C7F6EC2D}">
      <dgm:prSet/>
      <dgm:spPr/>
      <dgm:t>
        <a:bodyPr/>
        <a:lstStyle/>
        <a:p>
          <a:endParaRPr lang="en-GB"/>
        </a:p>
      </dgm:t>
    </dgm:pt>
    <dgm:pt modelId="{BFC8C801-6DE9-E947-B02D-D850AF4E4EA8}" type="sibTrans" cxnId="{75E3133C-DFF8-864C-8D92-FF30C7F6EC2D}">
      <dgm:prSet/>
      <dgm:spPr/>
      <dgm:t>
        <a:bodyPr/>
        <a:lstStyle/>
        <a:p>
          <a:endParaRPr lang="en-GB"/>
        </a:p>
      </dgm:t>
    </dgm:pt>
    <dgm:pt modelId="{A5B9762B-76C1-F14A-B45C-F83BB288B1DD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b="0" i="0" dirty="0">
              <a:latin typeface="Aptos" panose="020B0004020202020204" pitchFamily="34" charset="0"/>
            </a:rPr>
            <a:t>Stable behaviour across bull and bear regimes</a:t>
          </a:r>
          <a:endParaRPr lang="en-GB" sz="1200" b="1" dirty="0">
            <a:latin typeface="Aptos" panose="020B0004020202020204" pitchFamily="34" charset="0"/>
          </a:endParaRPr>
        </a:p>
      </dgm:t>
    </dgm:pt>
    <dgm:pt modelId="{3C0BC1A5-FDFF-E141-813B-7EE8924C316C}" type="parTrans" cxnId="{D0B5A36B-8BB5-964E-AACB-0AAFECB80103}">
      <dgm:prSet/>
      <dgm:spPr/>
      <dgm:t>
        <a:bodyPr/>
        <a:lstStyle/>
        <a:p>
          <a:endParaRPr lang="en-GB"/>
        </a:p>
      </dgm:t>
    </dgm:pt>
    <dgm:pt modelId="{77656DD7-EC39-834B-8FFF-53EFC5A42AC8}" type="sibTrans" cxnId="{D0B5A36B-8BB5-964E-AACB-0AAFECB80103}">
      <dgm:prSet/>
      <dgm:spPr/>
      <dgm:t>
        <a:bodyPr/>
        <a:lstStyle/>
        <a:p>
          <a:endParaRPr lang="en-GB"/>
        </a:p>
      </dgm:t>
    </dgm:pt>
    <dgm:pt modelId="{A301C529-AA6A-AD42-9FD8-F185F84A8C2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b="0" i="0" dirty="0">
              <a:latin typeface="Aptos" panose="020B0004020202020204" pitchFamily="34" charset="0"/>
            </a:rPr>
            <a:t>Robust out-of-sample performance</a:t>
          </a:r>
        </a:p>
        <a:p>
          <a:pPr>
            <a:buFont typeface="Arial" panose="020B0604020202020204" pitchFamily="34" charset="0"/>
            <a:buChar char="•"/>
          </a:pPr>
          <a:r>
            <a:rPr lang="en-IN" sz="1200" b="0" i="0" u="none" dirty="0">
              <a:latin typeface="Aptos" panose="020B0004020202020204" pitchFamily="34" charset="0"/>
            </a:rPr>
            <a:t>Strict temporal causality (no look-ahead)</a:t>
          </a:r>
          <a:endParaRPr lang="en-IN" sz="1200" b="1" i="0" dirty="0">
            <a:latin typeface="Aptos" panose="020B0004020202020204" pitchFamily="34" charset="0"/>
          </a:endParaRPr>
        </a:p>
      </dgm:t>
    </dgm:pt>
    <dgm:pt modelId="{10589964-F214-A744-8F49-32D8E7AE041A}" type="parTrans" cxnId="{21B53558-5899-F948-9530-327DFEA9771E}">
      <dgm:prSet/>
      <dgm:spPr/>
      <dgm:t>
        <a:bodyPr/>
        <a:lstStyle/>
        <a:p>
          <a:endParaRPr lang="en-GB"/>
        </a:p>
      </dgm:t>
    </dgm:pt>
    <dgm:pt modelId="{83486E39-C6BE-F94F-B52A-B7DF7BC41C3C}" type="sibTrans" cxnId="{21B53558-5899-F948-9530-327DFEA9771E}">
      <dgm:prSet/>
      <dgm:spPr/>
      <dgm:t>
        <a:bodyPr/>
        <a:lstStyle/>
        <a:p>
          <a:endParaRPr lang="en-GB"/>
        </a:p>
      </dgm:t>
    </dgm:pt>
    <dgm:pt modelId="{B7C45F6B-9A59-814E-8CB3-4700751F8682}">
      <dgm:prSet phldrT="[Text]" custT="1"/>
      <dgm:spPr>
        <a:blipFill>
          <a:blip xmlns:r="http://schemas.openxmlformats.org/officeDocument/2006/relationships" r:embed="rId2"/>
          <a:stretch>
            <a:fillRect b="-39623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A87FE83C-85B7-FC46-A109-B898F04D4F7F}" type="sibTrans" cxnId="{2777BA15-E5F0-3E46-8631-FEAD61AC9F30}">
      <dgm:prSet/>
      <dgm:spPr/>
      <dgm:t>
        <a:bodyPr/>
        <a:lstStyle/>
        <a:p>
          <a:endParaRPr lang="en-GB"/>
        </a:p>
      </dgm:t>
    </dgm:pt>
    <dgm:pt modelId="{67F3C680-9D47-EE42-99F0-727F848FF78E}" type="parTrans" cxnId="{2777BA15-E5F0-3E46-8631-FEAD61AC9F30}">
      <dgm:prSet/>
      <dgm:spPr/>
      <dgm:t>
        <a:bodyPr/>
        <a:lstStyle/>
        <a:p>
          <a:endParaRPr lang="en-GB"/>
        </a:p>
      </dgm:t>
    </dgm:pt>
    <dgm:pt modelId="{3EA4CAE9-4D25-DE4E-9868-BC2EEBB8D508}" type="pres">
      <dgm:prSet presAssocID="{448F206F-4419-7944-B9E1-EED70A891755}" presName="Name0" presStyleCnt="0">
        <dgm:presLayoutVars>
          <dgm:dir/>
          <dgm:animLvl val="lvl"/>
          <dgm:resizeHandles val="exact"/>
        </dgm:presLayoutVars>
      </dgm:prSet>
      <dgm:spPr/>
    </dgm:pt>
    <dgm:pt modelId="{57D967D1-6123-024E-9694-0D877865DEC4}" type="pres">
      <dgm:prSet presAssocID="{D403197C-5435-0249-9FAA-BA59B9ABDEF2}" presName="vertFlow" presStyleCnt="0"/>
      <dgm:spPr/>
    </dgm:pt>
    <dgm:pt modelId="{E575526B-17ED-2043-947A-DB907384ED8D}" type="pres">
      <dgm:prSet presAssocID="{D403197C-5435-0249-9FAA-BA59B9ABDEF2}" presName="header" presStyleLbl="node1" presStyleIdx="0" presStyleCnt="4"/>
      <dgm:spPr/>
    </dgm:pt>
    <dgm:pt modelId="{2D4FB173-7718-F940-B059-4121E6DD8911}" type="pres">
      <dgm:prSet presAssocID="{97FC3B90-F21C-7E46-B840-BFCBB2B2FF8A}" presName="parTrans" presStyleLbl="sibTrans2D1" presStyleIdx="0" presStyleCnt="24"/>
      <dgm:spPr/>
    </dgm:pt>
    <dgm:pt modelId="{9E30AE12-76AC-5741-9A4F-10A9E394ABC5}" type="pres">
      <dgm:prSet presAssocID="{6D805681-590E-1347-836A-071978F2A3CA}" presName="child" presStyleLbl="alignAccFollowNode1" presStyleIdx="0" presStyleCnt="24">
        <dgm:presLayoutVars>
          <dgm:chMax val="0"/>
          <dgm:bulletEnabled val="1"/>
        </dgm:presLayoutVars>
      </dgm:prSet>
      <dgm:spPr/>
    </dgm:pt>
    <dgm:pt modelId="{4287427E-AC16-0246-9AB2-28BD46846B82}" type="pres">
      <dgm:prSet presAssocID="{0AD115D5-C9D8-1847-B1DD-91BDD864F450}" presName="sibTrans" presStyleLbl="sibTrans2D1" presStyleIdx="1" presStyleCnt="24"/>
      <dgm:spPr/>
    </dgm:pt>
    <dgm:pt modelId="{406FD62D-79AB-1E45-8D30-82EC307DC935}" type="pres">
      <dgm:prSet presAssocID="{B7C45F6B-9A59-814E-8CB3-4700751F8682}" presName="child" presStyleLbl="alignAccFollowNode1" presStyleIdx="1" presStyleCnt="24">
        <dgm:presLayoutVars>
          <dgm:chMax val="0"/>
          <dgm:bulletEnabled val="1"/>
        </dgm:presLayoutVars>
      </dgm:prSet>
      <dgm:spPr/>
    </dgm:pt>
    <dgm:pt modelId="{DEC8567A-15C3-5244-A883-1B7FE30C4817}" type="pres">
      <dgm:prSet presAssocID="{A87FE83C-85B7-FC46-A109-B898F04D4F7F}" presName="sibTrans" presStyleLbl="sibTrans2D1" presStyleIdx="2" presStyleCnt="24"/>
      <dgm:spPr/>
    </dgm:pt>
    <dgm:pt modelId="{FA5B6EE7-0FBE-A44A-8EED-D6A5E703D783}" type="pres">
      <dgm:prSet presAssocID="{C42C448F-DA64-B94F-A244-EFC38DF7AB53}" presName="child" presStyleLbl="alignAccFollowNode1" presStyleIdx="2" presStyleCnt="24">
        <dgm:presLayoutVars>
          <dgm:chMax val="0"/>
          <dgm:bulletEnabled val="1"/>
        </dgm:presLayoutVars>
      </dgm:prSet>
      <dgm:spPr/>
    </dgm:pt>
    <dgm:pt modelId="{BBEA3E28-1F04-D84F-B31C-8281A1349B9F}" type="pres">
      <dgm:prSet presAssocID="{F42A19C6-3B01-DE4A-B4D5-60CA3073BFA7}" presName="sibTrans" presStyleLbl="sibTrans2D1" presStyleIdx="3" presStyleCnt="24"/>
      <dgm:spPr/>
    </dgm:pt>
    <dgm:pt modelId="{F2354234-F545-5B4B-9645-AE07557CF314}" type="pres">
      <dgm:prSet presAssocID="{30B73650-2558-CC42-B18C-E26B000D4D0B}" presName="child" presStyleLbl="alignAccFollowNode1" presStyleIdx="3" presStyleCnt="24">
        <dgm:presLayoutVars>
          <dgm:chMax val="0"/>
          <dgm:bulletEnabled val="1"/>
        </dgm:presLayoutVars>
      </dgm:prSet>
      <dgm:spPr/>
    </dgm:pt>
    <dgm:pt modelId="{AE11FE10-C1B0-7B4D-A514-209581BE6162}" type="pres">
      <dgm:prSet presAssocID="{F13D6173-CDEB-AE43-BE26-6B2C5B851870}" presName="sibTrans" presStyleLbl="sibTrans2D1" presStyleIdx="4" presStyleCnt="24"/>
      <dgm:spPr/>
    </dgm:pt>
    <dgm:pt modelId="{017EA675-363F-FF4F-BC5F-6CF44CD890D8}" type="pres">
      <dgm:prSet presAssocID="{27FC8017-66BD-D444-B4B9-1C97403D0AC0}" presName="child" presStyleLbl="alignAccFollowNode1" presStyleIdx="4" presStyleCnt="24">
        <dgm:presLayoutVars>
          <dgm:chMax val="0"/>
          <dgm:bulletEnabled val="1"/>
        </dgm:presLayoutVars>
      </dgm:prSet>
      <dgm:spPr/>
    </dgm:pt>
    <dgm:pt modelId="{72520B36-0266-404A-9E2A-B9B1506C73C9}" type="pres">
      <dgm:prSet presAssocID="{D4BF2917-1A8A-1049-9BFA-80CB5F6F6C81}" presName="sibTrans" presStyleLbl="sibTrans2D1" presStyleIdx="5" presStyleCnt="24"/>
      <dgm:spPr/>
    </dgm:pt>
    <dgm:pt modelId="{FFEC5BEF-2658-7441-8028-34B129F3649E}" type="pres">
      <dgm:prSet presAssocID="{104DE919-E98A-F244-9506-1707DC4CEA30}" presName="child" presStyleLbl="alignAccFollowNode1" presStyleIdx="5" presStyleCnt="24">
        <dgm:presLayoutVars>
          <dgm:chMax val="0"/>
          <dgm:bulletEnabled val="1"/>
        </dgm:presLayoutVars>
      </dgm:prSet>
      <dgm:spPr/>
    </dgm:pt>
    <dgm:pt modelId="{BCFAE05D-044C-864A-8B1D-084D48FD86F7}" type="pres">
      <dgm:prSet presAssocID="{D403197C-5435-0249-9FAA-BA59B9ABDEF2}" presName="hSp" presStyleCnt="0"/>
      <dgm:spPr/>
    </dgm:pt>
    <dgm:pt modelId="{8B25A093-1882-4440-923D-CCDE087F826A}" type="pres">
      <dgm:prSet presAssocID="{BE63B91E-EB89-B748-8592-9EF3B876FAB9}" presName="vertFlow" presStyleCnt="0"/>
      <dgm:spPr/>
    </dgm:pt>
    <dgm:pt modelId="{87280B2F-2101-B541-BE04-BC1270223D66}" type="pres">
      <dgm:prSet presAssocID="{BE63B91E-EB89-B748-8592-9EF3B876FAB9}" presName="header" presStyleLbl="node1" presStyleIdx="1" presStyleCnt="4"/>
      <dgm:spPr/>
    </dgm:pt>
    <dgm:pt modelId="{14C41B50-073D-BE49-B6C9-972E4D50AC3F}" type="pres">
      <dgm:prSet presAssocID="{6898A879-7F84-C84A-8BC6-891CF6113DF9}" presName="parTrans" presStyleLbl="sibTrans2D1" presStyleIdx="6" presStyleCnt="24"/>
      <dgm:spPr/>
    </dgm:pt>
    <dgm:pt modelId="{DD808E4F-160B-634D-B6F7-386524366DF0}" type="pres">
      <dgm:prSet presAssocID="{F852D929-CCB4-F740-B6E3-B15E27F57C96}" presName="child" presStyleLbl="alignAccFollowNode1" presStyleIdx="6" presStyleCnt="24">
        <dgm:presLayoutVars>
          <dgm:chMax val="0"/>
          <dgm:bulletEnabled val="1"/>
        </dgm:presLayoutVars>
      </dgm:prSet>
      <dgm:spPr/>
    </dgm:pt>
    <dgm:pt modelId="{F4D2E2BA-B7E3-0148-AD8B-655CC3A0F87D}" type="pres">
      <dgm:prSet presAssocID="{43E81BB5-6F11-B947-B6EC-BD45E4469830}" presName="sibTrans" presStyleLbl="sibTrans2D1" presStyleIdx="7" presStyleCnt="24"/>
      <dgm:spPr/>
    </dgm:pt>
    <dgm:pt modelId="{3FB9A52B-47C0-E149-934D-66AA13F1774E}" type="pres">
      <dgm:prSet presAssocID="{3A4F368B-C826-5F43-B4F2-0B62D1738BA4}" presName="child" presStyleLbl="alignAccFollowNode1" presStyleIdx="7" presStyleCnt="24">
        <dgm:presLayoutVars>
          <dgm:chMax val="0"/>
          <dgm:bulletEnabled val="1"/>
        </dgm:presLayoutVars>
      </dgm:prSet>
      <dgm:spPr/>
    </dgm:pt>
    <dgm:pt modelId="{2CD93046-27BA-B547-94BC-0BB96A82915A}" type="pres">
      <dgm:prSet presAssocID="{A451EA01-E29C-7545-B862-AFD4811E9DBA}" presName="sibTrans" presStyleLbl="sibTrans2D1" presStyleIdx="8" presStyleCnt="24"/>
      <dgm:spPr/>
    </dgm:pt>
    <dgm:pt modelId="{39191A6E-0F29-5349-9D2F-5D347A279262}" type="pres">
      <dgm:prSet presAssocID="{D9FC0F99-77D3-FF47-8BE0-1FF6A6B10104}" presName="child" presStyleLbl="alignAccFollowNode1" presStyleIdx="8" presStyleCnt="24">
        <dgm:presLayoutVars>
          <dgm:chMax val="0"/>
          <dgm:bulletEnabled val="1"/>
        </dgm:presLayoutVars>
      </dgm:prSet>
      <dgm:spPr/>
    </dgm:pt>
    <dgm:pt modelId="{B2342FD4-FFF2-0541-A55C-2243972A1616}" type="pres">
      <dgm:prSet presAssocID="{62102039-668F-1A43-848D-45C7810B60E1}" presName="sibTrans" presStyleLbl="sibTrans2D1" presStyleIdx="9" presStyleCnt="24"/>
      <dgm:spPr/>
    </dgm:pt>
    <dgm:pt modelId="{0771F6CE-1FCF-EA4E-8662-938ADB700860}" type="pres">
      <dgm:prSet presAssocID="{3FF57D8E-5D6D-804F-86BD-D13F7678B745}" presName="child" presStyleLbl="alignAccFollowNode1" presStyleIdx="9" presStyleCnt="24">
        <dgm:presLayoutVars>
          <dgm:chMax val="0"/>
          <dgm:bulletEnabled val="1"/>
        </dgm:presLayoutVars>
      </dgm:prSet>
      <dgm:spPr/>
    </dgm:pt>
    <dgm:pt modelId="{2FC27AF4-302D-1F4E-B8E3-E6FFFE5328F0}" type="pres">
      <dgm:prSet presAssocID="{49CB5794-BC90-8849-B509-690F2E50C2BE}" presName="sibTrans" presStyleLbl="sibTrans2D1" presStyleIdx="10" presStyleCnt="24"/>
      <dgm:spPr/>
    </dgm:pt>
    <dgm:pt modelId="{FF9AE72A-D9E3-ED4E-BEA3-EE35B242AD9D}" type="pres">
      <dgm:prSet presAssocID="{F2C081BF-48E4-5246-8310-CCBBCDD69CAB}" presName="child" presStyleLbl="alignAccFollowNode1" presStyleIdx="10" presStyleCnt="24">
        <dgm:presLayoutVars>
          <dgm:chMax val="0"/>
          <dgm:bulletEnabled val="1"/>
        </dgm:presLayoutVars>
      </dgm:prSet>
      <dgm:spPr/>
    </dgm:pt>
    <dgm:pt modelId="{0367E27C-B2B4-DE42-8533-B288E104BD88}" type="pres">
      <dgm:prSet presAssocID="{BFC8C801-6DE9-E947-B02D-D850AF4E4EA8}" presName="sibTrans" presStyleLbl="sibTrans2D1" presStyleIdx="11" presStyleCnt="24"/>
      <dgm:spPr/>
    </dgm:pt>
    <dgm:pt modelId="{98CC5B59-6AA4-0946-BA01-3C986CD45F0E}" type="pres">
      <dgm:prSet presAssocID="{A5B9762B-76C1-F14A-B45C-F83BB288B1DD}" presName="child" presStyleLbl="alignAccFollowNode1" presStyleIdx="11" presStyleCnt="24">
        <dgm:presLayoutVars>
          <dgm:chMax val="0"/>
          <dgm:bulletEnabled val="1"/>
        </dgm:presLayoutVars>
      </dgm:prSet>
      <dgm:spPr/>
    </dgm:pt>
    <dgm:pt modelId="{BF07A125-3972-9843-B777-10DA5C89E3F9}" type="pres">
      <dgm:prSet presAssocID="{BE63B91E-EB89-B748-8592-9EF3B876FAB9}" presName="hSp" presStyleCnt="0"/>
      <dgm:spPr/>
    </dgm:pt>
    <dgm:pt modelId="{F4CD67B0-176B-9A47-98DB-9635D7E8C06C}" type="pres">
      <dgm:prSet presAssocID="{7D8BD67F-2D10-AE4F-8C57-F9E074346E28}" presName="vertFlow" presStyleCnt="0"/>
      <dgm:spPr/>
    </dgm:pt>
    <dgm:pt modelId="{35DEBDE5-CEB2-4B47-90C0-B74B1C45C261}" type="pres">
      <dgm:prSet presAssocID="{7D8BD67F-2D10-AE4F-8C57-F9E074346E28}" presName="header" presStyleLbl="node1" presStyleIdx="2" presStyleCnt="4"/>
      <dgm:spPr/>
    </dgm:pt>
    <dgm:pt modelId="{09D1F477-48BB-C840-9A58-9D55574D717C}" type="pres">
      <dgm:prSet presAssocID="{C4DF2722-012A-394C-A77B-20916BDF4697}" presName="parTrans" presStyleLbl="sibTrans2D1" presStyleIdx="12" presStyleCnt="24"/>
      <dgm:spPr/>
    </dgm:pt>
    <dgm:pt modelId="{C37DD888-E4AF-A243-A28B-599A4B968E14}" type="pres">
      <dgm:prSet presAssocID="{857BD225-5EE4-6944-A932-7EC9E082717F}" presName="child" presStyleLbl="alignAccFollowNode1" presStyleIdx="12" presStyleCnt="24">
        <dgm:presLayoutVars>
          <dgm:chMax val="0"/>
          <dgm:bulletEnabled val="1"/>
        </dgm:presLayoutVars>
      </dgm:prSet>
      <dgm:spPr/>
    </dgm:pt>
    <dgm:pt modelId="{4D6A1087-13A7-4E4A-A212-A24F70246D23}" type="pres">
      <dgm:prSet presAssocID="{5511C339-F924-5941-850B-AEE56E0681AC}" presName="sibTrans" presStyleLbl="sibTrans2D1" presStyleIdx="13" presStyleCnt="24"/>
      <dgm:spPr/>
    </dgm:pt>
    <dgm:pt modelId="{99EFC528-51AC-B748-A8B9-5B598BFACD81}" type="pres">
      <dgm:prSet presAssocID="{1AABF278-E22B-674E-A321-6C6D24D4AEA1}" presName="child" presStyleLbl="alignAccFollowNode1" presStyleIdx="13" presStyleCnt="24">
        <dgm:presLayoutVars>
          <dgm:chMax val="0"/>
          <dgm:bulletEnabled val="1"/>
        </dgm:presLayoutVars>
      </dgm:prSet>
      <dgm:spPr/>
    </dgm:pt>
    <dgm:pt modelId="{F14AE024-6674-8441-9AEE-F5CCBD12CA47}" type="pres">
      <dgm:prSet presAssocID="{11EBFA99-74C0-2740-A7D9-CB9B89E801A4}" presName="sibTrans" presStyleLbl="sibTrans2D1" presStyleIdx="14" presStyleCnt="24"/>
      <dgm:spPr/>
    </dgm:pt>
    <dgm:pt modelId="{A658CBB8-CADB-6B45-A3C1-7BADB822A7C8}" type="pres">
      <dgm:prSet presAssocID="{701CEC8E-1B5F-7847-B1F2-3B71FB4A731B}" presName="child" presStyleLbl="alignAccFollowNode1" presStyleIdx="14" presStyleCnt="24">
        <dgm:presLayoutVars>
          <dgm:chMax val="0"/>
          <dgm:bulletEnabled val="1"/>
        </dgm:presLayoutVars>
      </dgm:prSet>
      <dgm:spPr/>
    </dgm:pt>
    <dgm:pt modelId="{3FB8086C-EAD2-C745-B953-6748C0FCE0A2}" type="pres">
      <dgm:prSet presAssocID="{9122220C-4B46-5C41-A2D9-168ED8677035}" presName="sibTrans" presStyleLbl="sibTrans2D1" presStyleIdx="15" presStyleCnt="24"/>
      <dgm:spPr/>
    </dgm:pt>
    <dgm:pt modelId="{4118F156-1CEE-4F44-AE7D-49FF908CB37C}" type="pres">
      <dgm:prSet presAssocID="{5E2CDEF9-4DF0-DA44-9E97-5DD302B35E6F}" presName="child" presStyleLbl="alignAccFollowNode1" presStyleIdx="15" presStyleCnt="24">
        <dgm:presLayoutVars>
          <dgm:chMax val="0"/>
          <dgm:bulletEnabled val="1"/>
        </dgm:presLayoutVars>
      </dgm:prSet>
      <dgm:spPr/>
    </dgm:pt>
    <dgm:pt modelId="{8E98C63C-6A7D-6E4F-82F3-60748F33040C}" type="pres">
      <dgm:prSet presAssocID="{F8C688E3-90AA-BD4D-B915-10823EA710BA}" presName="sibTrans" presStyleLbl="sibTrans2D1" presStyleIdx="16" presStyleCnt="24"/>
      <dgm:spPr/>
    </dgm:pt>
    <dgm:pt modelId="{16029690-30E6-EB41-ADF6-49FB6BFF3ACC}" type="pres">
      <dgm:prSet presAssocID="{05A2766F-3E85-C840-8DE1-63421CC39269}" presName="child" presStyleLbl="alignAccFollowNode1" presStyleIdx="16" presStyleCnt="24">
        <dgm:presLayoutVars>
          <dgm:chMax val="0"/>
          <dgm:bulletEnabled val="1"/>
        </dgm:presLayoutVars>
      </dgm:prSet>
      <dgm:spPr/>
    </dgm:pt>
    <dgm:pt modelId="{7D8FD09A-92B8-5445-B4F5-E52BC5ACBD9B}" type="pres">
      <dgm:prSet presAssocID="{D96D4252-099D-6C44-82E9-230DE9AA1120}" presName="sibTrans" presStyleLbl="sibTrans2D1" presStyleIdx="17" presStyleCnt="24"/>
      <dgm:spPr/>
    </dgm:pt>
    <dgm:pt modelId="{02AA93B6-43B2-D248-83DD-AFEDEC2CE22A}" type="pres">
      <dgm:prSet presAssocID="{5DF81E50-61A0-164C-B0CE-6C823BB80EE4}" presName="child" presStyleLbl="alignAccFollowNode1" presStyleIdx="17" presStyleCnt="24">
        <dgm:presLayoutVars>
          <dgm:chMax val="0"/>
          <dgm:bulletEnabled val="1"/>
        </dgm:presLayoutVars>
      </dgm:prSet>
      <dgm:spPr/>
    </dgm:pt>
    <dgm:pt modelId="{FA8E9EB8-AD15-DF45-9DFD-88ACFE6A3F28}" type="pres">
      <dgm:prSet presAssocID="{7D8BD67F-2D10-AE4F-8C57-F9E074346E28}" presName="hSp" presStyleCnt="0"/>
      <dgm:spPr/>
    </dgm:pt>
    <dgm:pt modelId="{FC24F70E-642B-EA46-8720-AEAD63BB5624}" type="pres">
      <dgm:prSet presAssocID="{EB476FBA-BAF3-2A4E-87B4-87448257CBE4}" presName="vertFlow" presStyleCnt="0"/>
      <dgm:spPr/>
    </dgm:pt>
    <dgm:pt modelId="{DAC8F10D-6708-C242-B5E1-DC64EED8DBCB}" type="pres">
      <dgm:prSet presAssocID="{EB476FBA-BAF3-2A4E-87B4-87448257CBE4}" presName="header" presStyleLbl="node1" presStyleIdx="3" presStyleCnt="4"/>
      <dgm:spPr/>
    </dgm:pt>
    <dgm:pt modelId="{EAC7B0E3-91A1-3148-8993-3EC00E109203}" type="pres">
      <dgm:prSet presAssocID="{96A6F835-111B-6540-BB06-1808B60BE1FD}" presName="parTrans" presStyleLbl="sibTrans2D1" presStyleIdx="18" presStyleCnt="24"/>
      <dgm:spPr/>
    </dgm:pt>
    <dgm:pt modelId="{C8DB69D1-C3BE-4949-8142-556EF2F56312}" type="pres">
      <dgm:prSet presAssocID="{06C7CBF5-6EB6-C143-9F22-D5C6B5E0F71B}" presName="child" presStyleLbl="alignAccFollowNode1" presStyleIdx="18" presStyleCnt="24">
        <dgm:presLayoutVars>
          <dgm:chMax val="0"/>
          <dgm:bulletEnabled val="1"/>
        </dgm:presLayoutVars>
      </dgm:prSet>
      <dgm:spPr/>
    </dgm:pt>
    <dgm:pt modelId="{EEADD46F-3CA1-614A-AFEC-72915278CD65}" type="pres">
      <dgm:prSet presAssocID="{338F625B-5CC0-3A4E-8C04-EB742CC583D2}" presName="sibTrans" presStyleLbl="sibTrans2D1" presStyleIdx="19" presStyleCnt="24"/>
      <dgm:spPr/>
    </dgm:pt>
    <dgm:pt modelId="{F2CFD47A-DBE5-894A-B6F9-0D2F1796FB51}" type="pres">
      <dgm:prSet presAssocID="{D498879E-9196-6A4A-BCF6-A6E19DE0DABD}" presName="child" presStyleLbl="alignAccFollowNode1" presStyleIdx="19" presStyleCnt="24">
        <dgm:presLayoutVars>
          <dgm:chMax val="0"/>
          <dgm:bulletEnabled val="1"/>
        </dgm:presLayoutVars>
      </dgm:prSet>
      <dgm:spPr/>
    </dgm:pt>
    <dgm:pt modelId="{FB413A8C-1255-A94C-826E-A59F01EA6F07}" type="pres">
      <dgm:prSet presAssocID="{FA97F7E8-D94F-6846-8B38-9EB632A2E7E8}" presName="sibTrans" presStyleLbl="sibTrans2D1" presStyleIdx="20" presStyleCnt="24"/>
      <dgm:spPr/>
    </dgm:pt>
    <dgm:pt modelId="{B407B338-5072-054D-A9C7-93DE9E6E8149}" type="pres">
      <dgm:prSet presAssocID="{6FC9CF73-5196-354B-B743-FEB365286029}" presName="child" presStyleLbl="alignAccFollowNode1" presStyleIdx="20" presStyleCnt="24">
        <dgm:presLayoutVars>
          <dgm:chMax val="0"/>
          <dgm:bulletEnabled val="1"/>
        </dgm:presLayoutVars>
      </dgm:prSet>
      <dgm:spPr/>
    </dgm:pt>
    <dgm:pt modelId="{62053D0A-20B7-2548-B890-AF7D8E5384EB}" type="pres">
      <dgm:prSet presAssocID="{1D7C2E72-D4BB-064A-9B49-2E120818E233}" presName="sibTrans" presStyleLbl="sibTrans2D1" presStyleIdx="21" presStyleCnt="24"/>
      <dgm:spPr/>
    </dgm:pt>
    <dgm:pt modelId="{6EBDCB99-7C36-D541-B0F1-76B4E7E0C33D}" type="pres">
      <dgm:prSet presAssocID="{3B868A44-E752-C944-92C0-E891291CFAA8}" presName="child" presStyleLbl="alignAccFollowNode1" presStyleIdx="21" presStyleCnt="24">
        <dgm:presLayoutVars>
          <dgm:chMax val="0"/>
          <dgm:bulletEnabled val="1"/>
        </dgm:presLayoutVars>
      </dgm:prSet>
      <dgm:spPr/>
    </dgm:pt>
    <dgm:pt modelId="{170E55DA-BDF2-0A4D-B897-D7E0D0D53E0C}" type="pres">
      <dgm:prSet presAssocID="{17ABAF3D-2578-C042-B3E1-4A367CE15A25}" presName="sibTrans" presStyleLbl="sibTrans2D1" presStyleIdx="22" presStyleCnt="24"/>
      <dgm:spPr/>
    </dgm:pt>
    <dgm:pt modelId="{C8A59553-03E6-0A4A-BD29-DBBFDC2DBDBA}" type="pres">
      <dgm:prSet presAssocID="{AAB0549F-44D5-0E42-BF10-FFC84B9AADC1}" presName="child" presStyleLbl="alignAccFollowNode1" presStyleIdx="22" presStyleCnt="24">
        <dgm:presLayoutVars>
          <dgm:chMax val="0"/>
          <dgm:bulletEnabled val="1"/>
        </dgm:presLayoutVars>
      </dgm:prSet>
      <dgm:spPr/>
    </dgm:pt>
    <dgm:pt modelId="{192A6B81-3DBE-AF4A-8318-72BE0585D3DA}" type="pres">
      <dgm:prSet presAssocID="{FB936352-0980-0B4B-8A47-48CD92B5CA28}" presName="sibTrans" presStyleLbl="sibTrans2D1" presStyleIdx="23" presStyleCnt="24"/>
      <dgm:spPr/>
    </dgm:pt>
    <dgm:pt modelId="{766F90CF-F262-3F42-A788-BB0136C80D34}" type="pres">
      <dgm:prSet presAssocID="{A301C529-AA6A-AD42-9FD8-F185F84A8C2B}" presName="child" presStyleLbl="alignAccFollowNode1" presStyleIdx="23" presStyleCnt="24">
        <dgm:presLayoutVars>
          <dgm:chMax val="0"/>
          <dgm:bulletEnabled val="1"/>
        </dgm:presLayoutVars>
      </dgm:prSet>
      <dgm:spPr/>
    </dgm:pt>
  </dgm:ptLst>
  <dgm:cxnLst>
    <dgm:cxn modelId="{45A8B501-A509-4E47-8A1C-ECD0A471C337}" type="presOf" srcId="{D498879E-9196-6A4A-BCF6-A6E19DE0DABD}" destId="{F2CFD47A-DBE5-894A-B6F9-0D2F1796FB51}" srcOrd="0" destOrd="0" presId="urn:microsoft.com/office/officeart/2005/8/layout/lProcess1"/>
    <dgm:cxn modelId="{93CC8303-E0D9-4F4E-BD74-DBC5ABCAAFB9}" type="presOf" srcId="{A451EA01-E29C-7545-B862-AFD4811E9DBA}" destId="{2CD93046-27BA-B547-94BC-0BB96A82915A}" srcOrd="0" destOrd="0" presId="urn:microsoft.com/office/officeart/2005/8/layout/lProcess1"/>
    <dgm:cxn modelId="{03A93E05-8167-984E-9E47-D4772F1D5449}" type="presOf" srcId="{97FC3B90-F21C-7E46-B840-BFCBB2B2FF8A}" destId="{2D4FB173-7718-F940-B059-4121E6DD8911}" srcOrd="0" destOrd="0" presId="urn:microsoft.com/office/officeart/2005/8/layout/lProcess1"/>
    <dgm:cxn modelId="{7515BC08-7C57-A147-9E89-C8763735EA75}" type="presOf" srcId="{3B868A44-E752-C944-92C0-E891291CFAA8}" destId="{6EBDCB99-7C36-D541-B0F1-76B4E7E0C33D}" srcOrd="0" destOrd="0" presId="urn:microsoft.com/office/officeart/2005/8/layout/lProcess1"/>
    <dgm:cxn modelId="{F9482109-5A7A-2F43-B581-95BC576696B6}" type="presOf" srcId="{A301C529-AA6A-AD42-9FD8-F185F84A8C2B}" destId="{766F90CF-F262-3F42-A788-BB0136C80D34}" srcOrd="0" destOrd="0" presId="urn:microsoft.com/office/officeart/2005/8/layout/lProcess1"/>
    <dgm:cxn modelId="{30FF9E0E-EFEB-4A42-9C6C-57A616E9DBDC}" srcId="{BE63B91E-EB89-B748-8592-9EF3B876FAB9}" destId="{F852D929-CCB4-F740-B6E3-B15E27F57C96}" srcOrd="0" destOrd="0" parTransId="{6898A879-7F84-C84A-8BC6-891CF6113DF9}" sibTransId="{43E81BB5-6F11-B947-B6EC-BD45E4469830}"/>
    <dgm:cxn modelId="{0A2AE510-90E3-1841-8874-E9CB1A7DE79A}" type="presOf" srcId="{62102039-668F-1A43-848D-45C7810B60E1}" destId="{B2342FD4-FFF2-0541-A55C-2243972A1616}" srcOrd="0" destOrd="0" presId="urn:microsoft.com/office/officeart/2005/8/layout/lProcess1"/>
    <dgm:cxn modelId="{EAC27011-CEBD-724B-8D71-CFDDF72D5A3E}" type="presOf" srcId="{D96D4252-099D-6C44-82E9-230DE9AA1120}" destId="{7D8FD09A-92B8-5445-B4F5-E52BC5ACBD9B}" srcOrd="0" destOrd="0" presId="urn:microsoft.com/office/officeart/2005/8/layout/lProcess1"/>
    <dgm:cxn modelId="{4528B515-23BC-4943-90AD-913DD22319D2}" type="presOf" srcId="{1AABF278-E22B-674E-A321-6C6D24D4AEA1}" destId="{99EFC528-51AC-B748-A8B9-5B598BFACD81}" srcOrd="0" destOrd="0" presId="urn:microsoft.com/office/officeart/2005/8/layout/lProcess1"/>
    <dgm:cxn modelId="{2777BA15-E5F0-3E46-8631-FEAD61AC9F30}" srcId="{D403197C-5435-0249-9FAA-BA59B9ABDEF2}" destId="{B7C45F6B-9A59-814E-8CB3-4700751F8682}" srcOrd="1" destOrd="0" parTransId="{67F3C680-9D47-EE42-99F0-727F848FF78E}" sibTransId="{A87FE83C-85B7-FC46-A109-B898F04D4F7F}"/>
    <dgm:cxn modelId="{46065E19-61FC-E942-8EA3-71FF9AE8077F}" type="presOf" srcId="{30B73650-2558-CC42-B18C-E26B000D4D0B}" destId="{F2354234-F545-5B4B-9645-AE07557CF314}" srcOrd="0" destOrd="0" presId="urn:microsoft.com/office/officeart/2005/8/layout/lProcess1"/>
    <dgm:cxn modelId="{DDC25B1A-586B-8345-ADDF-2A990092E461}" type="presOf" srcId="{D9FC0F99-77D3-FF47-8BE0-1FF6A6B10104}" destId="{39191A6E-0F29-5349-9D2F-5D347A279262}" srcOrd="0" destOrd="0" presId="urn:microsoft.com/office/officeart/2005/8/layout/lProcess1"/>
    <dgm:cxn modelId="{ADE71F1D-3A8E-0940-960C-08470C170142}" srcId="{D403197C-5435-0249-9FAA-BA59B9ABDEF2}" destId="{104DE919-E98A-F244-9506-1707DC4CEA30}" srcOrd="5" destOrd="0" parTransId="{729A83F9-1F61-0247-A049-A31334646EA1}" sibTransId="{BEFFE3A7-E7B4-9943-96E2-F9327D5D719F}"/>
    <dgm:cxn modelId="{533CF81D-D327-CD4B-84DF-D8AD75E2D320}" type="presOf" srcId="{6898A879-7F84-C84A-8BC6-891CF6113DF9}" destId="{14C41B50-073D-BE49-B6C9-972E4D50AC3F}" srcOrd="0" destOrd="0" presId="urn:microsoft.com/office/officeart/2005/8/layout/lProcess1"/>
    <dgm:cxn modelId="{59AE4B1F-3BCD-824D-AC0A-B5B0653B509B}" type="presOf" srcId="{BFC8C801-6DE9-E947-B02D-D850AF4E4EA8}" destId="{0367E27C-B2B4-DE42-8533-B288E104BD88}" srcOrd="0" destOrd="0" presId="urn:microsoft.com/office/officeart/2005/8/layout/lProcess1"/>
    <dgm:cxn modelId="{1E9B3921-3722-6646-A3D5-EAE398D355BF}" srcId="{448F206F-4419-7944-B9E1-EED70A891755}" destId="{7D8BD67F-2D10-AE4F-8C57-F9E074346E28}" srcOrd="2" destOrd="0" parTransId="{6A0C8415-EDE4-6E44-A561-97D8CCEAC261}" sibTransId="{33F54478-BF48-A346-9F68-148194286C8E}"/>
    <dgm:cxn modelId="{940AFC26-31B1-8C42-BA19-9365228555A5}" srcId="{EB476FBA-BAF3-2A4E-87B4-87448257CBE4}" destId="{AAB0549F-44D5-0E42-BF10-FFC84B9AADC1}" srcOrd="4" destOrd="0" parTransId="{D1B726DF-4FB0-9749-99D1-BF81B246BDE5}" sibTransId="{FB936352-0980-0B4B-8A47-48CD92B5CA28}"/>
    <dgm:cxn modelId="{3FB0E927-CC20-3949-83CB-2A9AE024FA2C}" type="presOf" srcId="{F852D929-CCB4-F740-B6E3-B15E27F57C96}" destId="{DD808E4F-160B-634D-B6F7-386524366DF0}" srcOrd="0" destOrd="0" presId="urn:microsoft.com/office/officeart/2005/8/layout/lProcess1"/>
    <dgm:cxn modelId="{D699AC32-90B1-364A-A6B1-503D3BD55A5B}" type="presOf" srcId="{AAB0549F-44D5-0E42-BF10-FFC84B9AADC1}" destId="{C8A59553-03E6-0A4A-BD29-DBBFDC2DBDBA}" srcOrd="0" destOrd="0" presId="urn:microsoft.com/office/officeart/2005/8/layout/lProcess1"/>
    <dgm:cxn modelId="{B41B6937-58A5-7E4C-87ED-BE0DE2CA753F}" type="presOf" srcId="{338F625B-5CC0-3A4E-8C04-EB742CC583D2}" destId="{EEADD46F-3CA1-614A-AFEC-72915278CD65}" srcOrd="0" destOrd="0" presId="urn:microsoft.com/office/officeart/2005/8/layout/lProcess1"/>
    <dgm:cxn modelId="{4119DC38-E536-AB4F-84D5-6B6E76B737B6}" type="presOf" srcId="{11EBFA99-74C0-2740-A7D9-CB9B89E801A4}" destId="{F14AE024-6674-8441-9AEE-F5CCBD12CA47}" srcOrd="0" destOrd="0" presId="urn:microsoft.com/office/officeart/2005/8/layout/lProcess1"/>
    <dgm:cxn modelId="{09B8FE38-D24B-E34D-8CF9-0BFAD3D3D85F}" srcId="{BE63B91E-EB89-B748-8592-9EF3B876FAB9}" destId="{D9FC0F99-77D3-FF47-8BE0-1FF6A6B10104}" srcOrd="2" destOrd="0" parTransId="{88CD1BB4-7797-D24E-B4B7-11AA3D921DE4}" sibTransId="{62102039-668F-1A43-848D-45C7810B60E1}"/>
    <dgm:cxn modelId="{6D915A39-B385-494D-949D-52F17717474F}" type="presOf" srcId="{5DF81E50-61A0-164C-B0CE-6C823BB80EE4}" destId="{02AA93B6-43B2-D248-83DD-AFEDEC2CE22A}" srcOrd="0" destOrd="0" presId="urn:microsoft.com/office/officeart/2005/8/layout/lProcess1"/>
    <dgm:cxn modelId="{75E3133C-DFF8-864C-8D92-FF30C7F6EC2D}" srcId="{BE63B91E-EB89-B748-8592-9EF3B876FAB9}" destId="{F2C081BF-48E4-5246-8310-CCBBCDD69CAB}" srcOrd="4" destOrd="0" parTransId="{D7B756E7-78B4-B241-97D8-EF04DD552712}" sibTransId="{BFC8C801-6DE9-E947-B02D-D850AF4E4EA8}"/>
    <dgm:cxn modelId="{C2075E3E-8FF7-E440-AAA4-64EA1F01F487}" srcId="{7D8BD67F-2D10-AE4F-8C57-F9E074346E28}" destId="{5DF81E50-61A0-164C-B0CE-6C823BB80EE4}" srcOrd="5" destOrd="0" parTransId="{F946B1AB-FBAD-1A40-BE44-19AE74C5CD24}" sibTransId="{F2BE957C-C772-924E-808B-1B3A446B1C12}"/>
    <dgm:cxn modelId="{EC3EDF3F-658D-9843-9F72-78F06D62130E}" srcId="{448F206F-4419-7944-B9E1-EED70A891755}" destId="{BE63B91E-EB89-B748-8592-9EF3B876FAB9}" srcOrd="1" destOrd="0" parTransId="{16DB4053-F1D6-AC47-A787-472C39A532DE}" sibTransId="{92ABA821-8044-224D-85C8-3511F2C2225E}"/>
    <dgm:cxn modelId="{61C21B40-1CF0-554E-8F16-F895D65BB24A}" type="presOf" srcId="{D4BF2917-1A8A-1049-9BFA-80CB5F6F6C81}" destId="{72520B36-0266-404A-9E2A-B9B1506C73C9}" srcOrd="0" destOrd="0" presId="urn:microsoft.com/office/officeart/2005/8/layout/lProcess1"/>
    <dgm:cxn modelId="{FFA50441-3C89-3F4E-8359-2AD333FF9CF5}" srcId="{EB476FBA-BAF3-2A4E-87B4-87448257CBE4}" destId="{06C7CBF5-6EB6-C143-9F22-D5C6B5E0F71B}" srcOrd="0" destOrd="0" parTransId="{96A6F835-111B-6540-BB06-1808B60BE1FD}" sibTransId="{338F625B-5CC0-3A4E-8C04-EB742CC583D2}"/>
    <dgm:cxn modelId="{17EF3544-5D2A-984E-89CB-809AEB652D1B}" type="presOf" srcId="{27FC8017-66BD-D444-B4B9-1C97403D0AC0}" destId="{017EA675-363F-FF4F-BC5F-6CF44CD890D8}" srcOrd="0" destOrd="0" presId="urn:microsoft.com/office/officeart/2005/8/layout/lProcess1"/>
    <dgm:cxn modelId="{0F8F2B47-2ACF-2D4D-890F-7A07DB946813}" srcId="{BE63B91E-EB89-B748-8592-9EF3B876FAB9}" destId="{3FF57D8E-5D6D-804F-86BD-D13F7678B745}" srcOrd="3" destOrd="0" parTransId="{DCD1F743-C789-7543-A5E8-F2B5B525CAF9}" sibTransId="{49CB5794-BC90-8849-B509-690F2E50C2BE}"/>
    <dgm:cxn modelId="{E4775B49-5681-DE41-9EAF-BBB626DECABB}" type="presOf" srcId="{C42C448F-DA64-B94F-A244-EFC38DF7AB53}" destId="{FA5B6EE7-0FBE-A44A-8EED-D6A5E703D783}" srcOrd="0" destOrd="0" presId="urn:microsoft.com/office/officeart/2005/8/layout/lProcess1"/>
    <dgm:cxn modelId="{DA318E4B-4A38-5D43-8F5D-3B1D51AA3449}" type="presOf" srcId="{49CB5794-BC90-8849-B509-690F2E50C2BE}" destId="{2FC27AF4-302D-1F4E-B8E3-E6FFFE5328F0}" srcOrd="0" destOrd="0" presId="urn:microsoft.com/office/officeart/2005/8/layout/lProcess1"/>
    <dgm:cxn modelId="{BAB15256-B5B9-A946-9EE6-FEBD434E4ACC}" srcId="{448F206F-4419-7944-B9E1-EED70A891755}" destId="{D403197C-5435-0249-9FAA-BA59B9ABDEF2}" srcOrd="0" destOrd="0" parTransId="{7639754C-E95B-1E41-B85F-C84F3859FDDB}" sibTransId="{9E5BB787-1CDF-ED43-958F-492EE1744B52}"/>
    <dgm:cxn modelId="{15C36357-281C-554C-A044-6A9132E67075}" type="presOf" srcId="{448F206F-4419-7944-B9E1-EED70A891755}" destId="{3EA4CAE9-4D25-DE4E-9868-BC2EEBB8D508}" srcOrd="0" destOrd="0" presId="urn:microsoft.com/office/officeart/2005/8/layout/lProcess1"/>
    <dgm:cxn modelId="{21B53558-5899-F948-9530-327DFEA9771E}" srcId="{EB476FBA-BAF3-2A4E-87B4-87448257CBE4}" destId="{A301C529-AA6A-AD42-9FD8-F185F84A8C2B}" srcOrd="5" destOrd="0" parTransId="{10589964-F214-A744-8F49-32D8E7AE041A}" sibTransId="{83486E39-C6BE-F94F-B52A-B7DF7BC41C3C}"/>
    <dgm:cxn modelId="{80059C59-E6DE-8F48-A36C-35679197A83B}" type="presOf" srcId="{06C7CBF5-6EB6-C143-9F22-D5C6B5E0F71B}" destId="{C8DB69D1-C3BE-4949-8142-556EF2F56312}" srcOrd="0" destOrd="0" presId="urn:microsoft.com/office/officeart/2005/8/layout/lProcess1"/>
    <dgm:cxn modelId="{D0B5A36B-8BB5-964E-AACB-0AAFECB80103}" srcId="{BE63B91E-EB89-B748-8592-9EF3B876FAB9}" destId="{A5B9762B-76C1-F14A-B45C-F83BB288B1DD}" srcOrd="5" destOrd="0" parTransId="{3C0BC1A5-FDFF-E141-813B-7EE8924C316C}" sibTransId="{77656DD7-EC39-834B-8FFF-53EFC5A42AC8}"/>
    <dgm:cxn modelId="{960A536C-EC31-4A4F-B5A0-B99A846AF557}" srcId="{D403197C-5435-0249-9FAA-BA59B9ABDEF2}" destId="{6D805681-590E-1347-836A-071978F2A3CA}" srcOrd="0" destOrd="0" parTransId="{97FC3B90-F21C-7E46-B840-BFCBB2B2FF8A}" sibTransId="{0AD115D5-C9D8-1847-B1DD-91BDD864F450}"/>
    <dgm:cxn modelId="{581A0C6D-BB13-484C-B314-0C3BA45014D3}" type="presOf" srcId="{17ABAF3D-2578-C042-B3E1-4A367CE15A25}" destId="{170E55DA-BDF2-0A4D-B897-D7E0D0D53E0C}" srcOrd="0" destOrd="0" presId="urn:microsoft.com/office/officeart/2005/8/layout/lProcess1"/>
    <dgm:cxn modelId="{1AED336D-D0B3-994E-9665-41626A4B7895}" type="presOf" srcId="{F13D6173-CDEB-AE43-BE26-6B2C5B851870}" destId="{AE11FE10-C1B0-7B4D-A514-209581BE6162}" srcOrd="0" destOrd="0" presId="urn:microsoft.com/office/officeart/2005/8/layout/lProcess1"/>
    <dgm:cxn modelId="{AF1B7C6E-6E83-0842-9CDC-F9F956EB31B3}" type="presOf" srcId="{D403197C-5435-0249-9FAA-BA59B9ABDEF2}" destId="{E575526B-17ED-2043-947A-DB907384ED8D}" srcOrd="0" destOrd="0" presId="urn:microsoft.com/office/officeart/2005/8/layout/lProcess1"/>
    <dgm:cxn modelId="{AA6F3570-2D53-004D-AE80-F46BCD6E9385}" type="presOf" srcId="{96A6F835-111B-6540-BB06-1808B60BE1FD}" destId="{EAC7B0E3-91A1-3148-8993-3EC00E109203}" srcOrd="0" destOrd="0" presId="urn:microsoft.com/office/officeart/2005/8/layout/lProcess1"/>
    <dgm:cxn modelId="{B95B9C70-2E46-9B4F-B414-05E6A18A055D}" type="presOf" srcId="{0AD115D5-C9D8-1847-B1DD-91BDD864F450}" destId="{4287427E-AC16-0246-9AB2-28BD46846B82}" srcOrd="0" destOrd="0" presId="urn:microsoft.com/office/officeart/2005/8/layout/lProcess1"/>
    <dgm:cxn modelId="{F9833271-7931-3D48-BBCE-EADC6F333E0E}" srcId="{D403197C-5435-0249-9FAA-BA59B9ABDEF2}" destId="{30B73650-2558-CC42-B18C-E26B000D4D0B}" srcOrd="3" destOrd="0" parTransId="{E936198E-91D1-DD46-97BB-9F33E94C9825}" sibTransId="{F13D6173-CDEB-AE43-BE26-6B2C5B851870}"/>
    <dgm:cxn modelId="{76409A72-A944-2C40-B230-BF64A7D6BEFE}" type="presOf" srcId="{857BD225-5EE4-6944-A932-7EC9E082717F}" destId="{C37DD888-E4AF-A243-A28B-599A4B968E14}" srcOrd="0" destOrd="0" presId="urn:microsoft.com/office/officeart/2005/8/layout/lProcess1"/>
    <dgm:cxn modelId="{E7ECE374-6A8A-BE49-9392-65B6877BFC8C}" srcId="{EB476FBA-BAF3-2A4E-87B4-87448257CBE4}" destId="{D498879E-9196-6A4A-BCF6-A6E19DE0DABD}" srcOrd="1" destOrd="0" parTransId="{C3B7F7DA-AA3A-DE45-83F8-D5A1DCD094C6}" sibTransId="{FA97F7E8-D94F-6846-8B38-9EB632A2E7E8}"/>
    <dgm:cxn modelId="{7CE59278-CA84-5343-BDB0-5DB4AAB2EADC}" type="presOf" srcId="{A87FE83C-85B7-FC46-A109-B898F04D4F7F}" destId="{DEC8567A-15C3-5244-A883-1B7FE30C4817}" srcOrd="0" destOrd="0" presId="urn:microsoft.com/office/officeart/2005/8/layout/lProcess1"/>
    <dgm:cxn modelId="{1F1FC07A-7EEA-0F42-9208-50BEF093E69B}" type="presOf" srcId="{1D7C2E72-D4BB-064A-9B49-2E120818E233}" destId="{62053D0A-20B7-2548-B890-AF7D8E5384EB}" srcOrd="0" destOrd="0" presId="urn:microsoft.com/office/officeart/2005/8/layout/lProcess1"/>
    <dgm:cxn modelId="{931E4080-EDBD-D947-8681-C6B09484A5AE}" srcId="{7D8BD67F-2D10-AE4F-8C57-F9E074346E28}" destId="{701CEC8E-1B5F-7847-B1F2-3B71FB4A731B}" srcOrd="2" destOrd="0" parTransId="{D35B4E7A-E5BA-054F-A38C-5571B5346B88}" sibTransId="{9122220C-4B46-5C41-A2D9-168ED8677035}"/>
    <dgm:cxn modelId="{EA177F80-1B3C-1F41-A60B-D587296A7FEA}" srcId="{D403197C-5435-0249-9FAA-BA59B9ABDEF2}" destId="{27FC8017-66BD-D444-B4B9-1C97403D0AC0}" srcOrd="4" destOrd="0" parTransId="{93509EE1-E6AB-0E4F-8C53-2411147F8E87}" sibTransId="{D4BF2917-1A8A-1049-9BFA-80CB5F6F6C81}"/>
    <dgm:cxn modelId="{32539881-C987-4048-8F0B-572632DCE6BA}" srcId="{448F206F-4419-7944-B9E1-EED70A891755}" destId="{EB476FBA-BAF3-2A4E-87B4-87448257CBE4}" srcOrd="3" destOrd="0" parTransId="{AA3C19C0-A661-6840-8F34-3BD4FC23778A}" sibTransId="{BF4FDE97-F5CD-3F4C-8017-0549983E4F03}"/>
    <dgm:cxn modelId="{E5676385-F112-494D-9CFC-86B263A4380F}" type="presOf" srcId="{5E2CDEF9-4DF0-DA44-9E97-5DD302B35E6F}" destId="{4118F156-1CEE-4F44-AE7D-49FF908CB37C}" srcOrd="0" destOrd="0" presId="urn:microsoft.com/office/officeart/2005/8/layout/lProcess1"/>
    <dgm:cxn modelId="{45D98286-3E46-5843-A6CB-2245BEC2D082}" srcId="{EB476FBA-BAF3-2A4E-87B4-87448257CBE4}" destId="{6FC9CF73-5196-354B-B743-FEB365286029}" srcOrd="2" destOrd="0" parTransId="{CA0F4711-E153-274A-B863-26168F3096DF}" sibTransId="{1D7C2E72-D4BB-064A-9B49-2E120818E233}"/>
    <dgm:cxn modelId="{2BDB6790-39F1-7D45-8CC0-CED07698A28E}" type="presOf" srcId="{6D805681-590E-1347-836A-071978F2A3CA}" destId="{9E30AE12-76AC-5741-9A4F-10A9E394ABC5}" srcOrd="0" destOrd="0" presId="urn:microsoft.com/office/officeart/2005/8/layout/lProcess1"/>
    <dgm:cxn modelId="{BA2FDF96-5384-3544-9255-1BEE3683ADAD}" srcId="{EB476FBA-BAF3-2A4E-87B4-87448257CBE4}" destId="{3B868A44-E752-C944-92C0-E891291CFAA8}" srcOrd="3" destOrd="0" parTransId="{D96E315F-6D6E-BD4B-AC8A-AE6DC0BA342D}" sibTransId="{17ABAF3D-2578-C042-B3E1-4A367CE15A25}"/>
    <dgm:cxn modelId="{FCB2B29D-AC51-BB42-A4B7-244C88C2217F}" type="presOf" srcId="{A5B9762B-76C1-F14A-B45C-F83BB288B1DD}" destId="{98CC5B59-6AA4-0946-BA01-3C986CD45F0E}" srcOrd="0" destOrd="0" presId="urn:microsoft.com/office/officeart/2005/8/layout/lProcess1"/>
    <dgm:cxn modelId="{0BEE60A8-A3BF-364F-8F40-76C8C7CCD602}" srcId="{7D8BD67F-2D10-AE4F-8C57-F9E074346E28}" destId="{857BD225-5EE4-6944-A932-7EC9E082717F}" srcOrd="0" destOrd="0" parTransId="{C4DF2722-012A-394C-A77B-20916BDF4697}" sibTransId="{5511C339-F924-5941-850B-AEE56E0681AC}"/>
    <dgm:cxn modelId="{CE1070A8-659C-224B-B347-D09069AF7B1D}" type="presOf" srcId="{701CEC8E-1B5F-7847-B1F2-3B71FB4A731B}" destId="{A658CBB8-CADB-6B45-A3C1-7BADB822A7C8}" srcOrd="0" destOrd="0" presId="urn:microsoft.com/office/officeart/2005/8/layout/lProcess1"/>
    <dgm:cxn modelId="{2945CEAE-E923-8142-9391-B16194A432E3}" type="presOf" srcId="{FB936352-0980-0B4B-8A47-48CD92B5CA28}" destId="{192A6B81-3DBE-AF4A-8318-72BE0585D3DA}" srcOrd="0" destOrd="0" presId="urn:microsoft.com/office/officeart/2005/8/layout/lProcess1"/>
    <dgm:cxn modelId="{D5E25BB1-7B79-114C-B95A-D570A722C9D4}" srcId="{D403197C-5435-0249-9FAA-BA59B9ABDEF2}" destId="{C42C448F-DA64-B94F-A244-EFC38DF7AB53}" srcOrd="2" destOrd="0" parTransId="{1EF8F558-F2A9-7548-849E-472963FEF2EF}" sibTransId="{F42A19C6-3B01-DE4A-B4D5-60CA3073BFA7}"/>
    <dgm:cxn modelId="{0A1FEAB3-1726-A04C-8554-85B7E42D2390}" type="presOf" srcId="{B7C45F6B-9A59-814E-8CB3-4700751F8682}" destId="{406FD62D-79AB-1E45-8D30-82EC307DC935}" srcOrd="0" destOrd="0" presId="urn:microsoft.com/office/officeart/2005/8/layout/lProcess1"/>
    <dgm:cxn modelId="{724FDAB6-716E-B24B-83C3-51D2CB83954A}" type="presOf" srcId="{43E81BB5-6F11-B947-B6EC-BD45E4469830}" destId="{F4D2E2BA-B7E3-0148-AD8B-655CC3A0F87D}" srcOrd="0" destOrd="0" presId="urn:microsoft.com/office/officeart/2005/8/layout/lProcess1"/>
    <dgm:cxn modelId="{4BDD75BB-54E3-3241-A99F-D34B415F8080}" type="presOf" srcId="{EB476FBA-BAF3-2A4E-87B4-87448257CBE4}" destId="{DAC8F10D-6708-C242-B5E1-DC64EED8DBCB}" srcOrd="0" destOrd="0" presId="urn:microsoft.com/office/officeart/2005/8/layout/lProcess1"/>
    <dgm:cxn modelId="{6C7B8FBB-453B-964D-982C-E70013419E26}" type="presOf" srcId="{F8C688E3-90AA-BD4D-B915-10823EA710BA}" destId="{8E98C63C-6A7D-6E4F-82F3-60748F33040C}" srcOrd="0" destOrd="0" presId="urn:microsoft.com/office/officeart/2005/8/layout/lProcess1"/>
    <dgm:cxn modelId="{8B712FC8-48FC-6949-AAA5-4C08559D2CD7}" type="presOf" srcId="{3FF57D8E-5D6D-804F-86BD-D13F7678B745}" destId="{0771F6CE-1FCF-EA4E-8662-938ADB700860}" srcOrd="0" destOrd="0" presId="urn:microsoft.com/office/officeart/2005/8/layout/lProcess1"/>
    <dgm:cxn modelId="{021F2DCD-41BB-C442-8C96-8E2205F905AD}" srcId="{BE63B91E-EB89-B748-8592-9EF3B876FAB9}" destId="{3A4F368B-C826-5F43-B4F2-0B62D1738BA4}" srcOrd="1" destOrd="0" parTransId="{EEC8A849-E103-6D49-9ED5-9D44DB7BD6C1}" sibTransId="{A451EA01-E29C-7545-B862-AFD4811E9DBA}"/>
    <dgm:cxn modelId="{7ABEEECE-5095-5846-B1F9-1B70B9212A8C}" type="presOf" srcId="{3A4F368B-C826-5F43-B4F2-0B62D1738BA4}" destId="{3FB9A52B-47C0-E149-934D-66AA13F1774E}" srcOrd="0" destOrd="0" presId="urn:microsoft.com/office/officeart/2005/8/layout/lProcess1"/>
    <dgm:cxn modelId="{0D8169CF-82DE-0A4A-91C0-AEECE0A47998}" type="presOf" srcId="{BE63B91E-EB89-B748-8592-9EF3B876FAB9}" destId="{87280B2F-2101-B541-BE04-BC1270223D66}" srcOrd="0" destOrd="0" presId="urn:microsoft.com/office/officeart/2005/8/layout/lProcess1"/>
    <dgm:cxn modelId="{1AE3D8D4-F26D-D842-9FCB-0F0FBE4E37F3}" type="presOf" srcId="{9122220C-4B46-5C41-A2D9-168ED8677035}" destId="{3FB8086C-EAD2-C745-B953-6748C0FCE0A2}" srcOrd="0" destOrd="0" presId="urn:microsoft.com/office/officeart/2005/8/layout/lProcess1"/>
    <dgm:cxn modelId="{2A5732D6-ED9F-DC41-9EDE-6256026ED52D}" srcId="{7D8BD67F-2D10-AE4F-8C57-F9E074346E28}" destId="{1AABF278-E22B-674E-A321-6C6D24D4AEA1}" srcOrd="1" destOrd="0" parTransId="{008FEA36-1FF4-A748-B536-B9F9E371CA24}" sibTransId="{11EBFA99-74C0-2740-A7D9-CB9B89E801A4}"/>
    <dgm:cxn modelId="{F6658BDD-60BA-2D41-B63F-1552086706DC}" type="presOf" srcId="{104DE919-E98A-F244-9506-1707DC4CEA30}" destId="{FFEC5BEF-2658-7441-8028-34B129F3649E}" srcOrd="0" destOrd="0" presId="urn:microsoft.com/office/officeart/2005/8/layout/lProcess1"/>
    <dgm:cxn modelId="{CA4DB8E0-3976-0C4A-AF5A-0BC8F847B991}" type="presOf" srcId="{5511C339-F924-5941-850B-AEE56E0681AC}" destId="{4D6A1087-13A7-4E4A-A212-A24F70246D23}" srcOrd="0" destOrd="0" presId="urn:microsoft.com/office/officeart/2005/8/layout/lProcess1"/>
    <dgm:cxn modelId="{7E9FEBE0-F90E-3D43-8ECF-97BB4BE18C9E}" type="presOf" srcId="{05A2766F-3E85-C840-8DE1-63421CC39269}" destId="{16029690-30E6-EB41-ADF6-49FB6BFF3ACC}" srcOrd="0" destOrd="0" presId="urn:microsoft.com/office/officeart/2005/8/layout/lProcess1"/>
    <dgm:cxn modelId="{BC4C68E2-EA81-D14D-B4EC-401826AB9102}" type="presOf" srcId="{F2C081BF-48E4-5246-8310-CCBBCDD69CAB}" destId="{FF9AE72A-D9E3-ED4E-BEA3-EE35B242AD9D}" srcOrd="0" destOrd="0" presId="urn:microsoft.com/office/officeart/2005/8/layout/lProcess1"/>
    <dgm:cxn modelId="{F6C8FDE4-5405-B241-ACC0-2CB489F9EAE9}" srcId="{7D8BD67F-2D10-AE4F-8C57-F9E074346E28}" destId="{5E2CDEF9-4DF0-DA44-9E97-5DD302B35E6F}" srcOrd="3" destOrd="0" parTransId="{F27C23D6-45F7-DD4C-A22F-98137EFE42BD}" sibTransId="{F8C688E3-90AA-BD4D-B915-10823EA710BA}"/>
    <dgm:cxn modelId="{F8F378E6-42A8-6D43-84C4-F772341ECAD1}" type="presOf" srcId="{7D8BD67F-2D10-AE4F-8C57-F9E074346E28}" destId="{35DEBDE5-CEB2-4B47-90C0-B74B1C45C261}" srcOrd="0" destOrd="0" presId="urn:microsoft.com/office/officeart/2005/8/layout/lProcess1"/>
    <dgm:cxn modelId="{EFE2C0E6-AD3E-2240-B9B0-1E17644B44E6}" type="presOf" srcId="{FA97F7E8-D94F-6846-8B38-9EB632A2E7E8}" destId="{FB413A8C-1255-A94C-826E-A59F01EA6F07}" srcOrd="0" destOrd="0" presId="urn:microsoft.com/office/officeart/2005/8/layout/lProcess1"/>
    <dgm:cxn modelId="{021D1CF2-757E-3044-8621-6F189AEB3ACC}" type="presOf" srcId="{C4DF2722-012A-394C-A77B-20916BDF4697}" destId="{09D1F477-48BB-C840-9A58-9D55574D717C}" srcOrd="0" destOrd="0" presId="urn:microsoft.com/office/officeart/2005/8/layout/lProcess1"/>
    <dgm:cxn modelId="{9ED215F9-7FCD-7447-BB2B-352DE5CEAD81}" type="presOf" srcId="{6FC9CF73-5196-354B-B743-FEB365286029}" destId="{B407B338-5072-054D-A9C7-93DE9E6E8149}" srcOrd="0" destOrd="0" presId="urn:microsoft.com/office/officeart/2005/8/layout/lProcess1"/>
    <dgm:cxn modelId="{D5D1ACFC-2D0E-664C-B267-4BEE0A027BA4}" type="presOf" srcId="{F42A19C6-3B01-DE4A-B4D5-60CA3073BFA7}" destId="{BBEA3E28-1F04-D84F-B31C-8281A1349B9F}" srcOrd="0" destOrd="0" presId="urn:microsoft.com/office/officeart/2005/8/layout/lProcess1"/>
    <dgm:cxn modelId="{106421FF-6CD1-7C4E-B72A-EA72AAD49EE4}" srcId="{7D8BD67F-2D10-AE4F-8C57-F9E074346E28}" destId="{05A2766F-3E85-C840-8DE1-63421CC39269}" srcOrd="4" destOrd="0" parTransId="{C7D08E41-B4B7-BE42-8316-901E12A9865A}" sibTransId="{D96D4252-099D-6C44-82E9-230DE9AA1120}"/>
    <dgm:cxn modelId="{252105E0-5244-DE4E-81B6-28DAD83B36C7}" type="presParOf" srcId="{3EA4CAE9-4D25-DE4E-9868-BC2EEBB8D508}" destId="{57D967D1-6123-024E-9694-0D877865DEC4}" srcOrd="0" destOrd="0" presId="urn:microsoft.com/office/officeart/2005/8/layout/lProcess1"/>
    <dgm:cxn modelId="{53F6A8BF-CEA9-4746-96D4-9D36900E192D}" type="presParOf" srcId="{57D967D1-6123-024E-9694-0D877865DEC4}" destId="{E575526B-17ED-2043-947A-DB907384ED8D}" srcOrd="0" destOrd="0" presId="urn:microsoft.com/office/officeart/2005/8/layout/lProcess1"/>
    <dgm:cxn modelId="{3DD2A24F-E68C-3845-8C2D-85CB7EBB5B04}" type="presParOf" srcId="{57D967D1-6123-024E-9694-0D877865DEC4}" destId="{2D4FB173-7718-F940-B059-4121E6DD8911}" srcOrd="1" destOrd="0" presId="urn:microsoft.com/office/officeart/2005/8/layout/lProcess1"/>
    <dgm:cxn modelId="{EFEFD94F-1CE5-0D43-B1BD-FC384933B133}" type="presParOf" srcId="{57D967D1-6123-024E-9694-0D877865DEC4}" destId="{9E30AE12-76AC-5741-9A4F-10A9E394ABC5}" srcOrd="2" destOrd="0" presId="urn:microsoft.com/office/officeart/2005/8/layout/lProcess1"/>
    <dgm:cxn modelId="{73E32ED2-5E25-3843-9432-725BE6678051}" type="presParOf" srcId="{57D967D1-6123-024E-9694-0D877865DEC4}" destId="{4287427E-AC16-0246-9AB2-28BD46846B82}" srcOrd="3" destOrd="0" presId="urn:microsoft.com/office/officeart/2005/8/layout/lProcess1"/>
    <dgm:cxn modelId="{3D1A019F-5C65-C243-9954-53A78DF725AE}" type="presParOf" srcId="{57D967D1-6123-024E-9694-0D877865DEC4}" destId="{406FD62D-79AB-1E45-8D30-82EC307DC935}" srcOrd="4" destOrd="0" presId="urn:microsoft.com/office/officeart/2005/8/layout/lProcess1"/>
    <dgm:cxn modelId="{080B5CB9-BB90-AD46-8BC2-245C321ACB6C}" type="presParOf" srcId="{57D967D1-6123-024E-9694-0D877865DEC4}" destId="{DEC8567A-15C3-5244-A883-1B7FE30C4817}" srcOrd="5" destOrd="0" presId="urn:microsoft.com/office/officeart/2005/8/layout/lProcess1"/>
    <dgm:cxn modelId="{D7BC7B7B-904D-7542-8F97-EED4BFEDE924}" type="presParOf" srcId="{57D967D1-6123-024E-9694-0D877865DEC4}" destId="{FA5B6EE7-0FBE-A44A-8EED-D6A5E703D783}" srcOrd="6" destOrd="0" presId="urn:microsoft.com/office/officeart/2005/8/layout/lProcess1"/>
    <dgm:cxn modelId="{D03D59D9-9305-0F40-A4A8-C30E3DA659EE}" type="presParOf" srcId="{57D967D1-6123-024E-9694-0D877865DEC4}" destId="{BBEA3E28-1F04-D84F-B31C-8281A1349B9F}" srcOrd="7" destOrd="0" presId="urn:microsoft.com/office/officeart/2005/8/layout/lProcess1"/>
    <dgm:cxn modelId="{89253D0B-F37E-A445-B914-301EE682675D}" type="presParOf" srcId="{57D967D1-6123-024E-9694-0D877865DEC4}" destId="{F2354234-F545-5B4B-9645-AE07557CF314}" srcOrd="8" destOrd="0" presId="urn:microsoft.com/office/officeart/2005/8/layout/lProcess1"/>
    <dgm:cxn modelId="{C5AA2EF2-ACA8-1C40-AEC5-E37A0ADB5A49}" type="presParOf" srcId="{57D967D1-6123-024E-9694-0D877865DEC4}" destId="{AE11FE10-C1B0-7B4D-A514-209581BE6162}" srcOrd="9" destOrd="0" presId="urn:microsoft.com/office/officeart/2005/8/layout/lProcess1"/>
    <dgm:cxn modelId="{25EC1220-BBEB-1B4D-96A8-7CC36DF56BB4}" type="presParOf" srcId="{57D967D1-6123-024E-9694-0D877865DEC4}" destId="{017EA675-363F-FF4F-BC5F-6CF44CD890D8}" srcOrd="10" destOrd="0" presId="urn:microsoft.com/office/officeart/2005/8/layout/lProcess1"/>
    <dgm:cxn modelId="{6EC0344C-711F-F743-9007-74554C268DC6}" type="presParOf" srcId="{57D967D1-6123-024E-9694-0D877865DEC4}" destId="{72520B36-0266-404A-9E2A-B9B1506C73C9}" srcOrd="11" destOrd="0" presId="urn:microsoft.com/office/officeart/2005/8/layout/lProcess1"/>
    <dgm:cxn modelId="{F9C5974C-2DA9-DA40-80DD-A5ADAFA2ACA3}" type="presParOf" srcId="{57D967D1-6123-024E-9694-0D877865DEC4}" destId="{FFEC5BEF-2658-7441-8028-34B129F3649E}" srcOrd="12" destOrd="0" presId="urn:microsoft.com/office/officeart/2005/8/layout/lProcess1"/>
    <dgm:cxn modelId="{7AE04FE7-D8C4-2A46-8862-61B828704B8C}" type="presParOf" srcId="{3EA4CAE9-4D25-DE4E-9868-BC2EEBB8D508}" destId="{BCFAE05D-044C-864A-8B1D-084D48FD86F7}" srcOrd="1" destOrd="0" presId="urn:microsoft.com/office/officeart/2005/8/layout/lProcess1"/>
    <dgm:cxn modelId="{F9D89EF0-FD60-C94A-8A08-8E972589B42D}" type="presParOf" srcId="{3EA4CAE9-4D25-DE4E-9868-BC2EEBB8D508}" destId="{8B25A093-1882-4440-923D-CCDE087F826A}" srcOrd="2" destOrd="0" presId="urn:microsoft.com/office/officeart/2005/8/layout/lProcess1"/>
    <dgm:cxn modelId="{E26C911F-4934-9442-9135-54D542004093}" type="presParOf" srcId="{8B25A093-1882-4440-923D-CCDE087F826A}" destId="{87280B2F-2101-B541-BE04-BC1270223D66}" srcOrd="0" destOrd="0" presId="urn:microsoft.com/office/officeart/2005/8/layout/lProcess1"/>
    <dgm:cxn modelId="{0AE778F9-B83B-6C4C-B46C-20A2F3CB670E}" type="presParOf" srcId="{8B25A093-1882-4440-923D-CCDE087F826A}" destId="{14C41B50-073D-BE49-B6C9-972E4D50AC3F}" srcOrd="1" destOrd="0" presId="urn:microsoft.com/office/officeart/2005/8/layout/lProcess1"/>
    <dgm:cxn modelId="{2191CB2B-E942-BC46-8718-2A452CAFBD8B}" type="presParOf" srcId="{8B25A093-1882-4440-923D-CCDE087F826A}" destId="{DD808E4F-160B-634D-B6F7-386524366DF0}" srcOrd="2" destOrd="0" presId="urn:microsoft.com/office/officeart/2005/8/layout/lProcess1"/>
    <dgm:cxn modelId="{8B8A361A-5309-1046-906E-CBE3675A14B3}" type="presParOf" srcId="{8B25A093-1882-4440-923D-CCDE087F826A}" destId="{F4D2E2BA-B7E3-0148-AD8B-655CC3A0F87D}" srcOrd="3" destOrd="0" presId="urn:microsoft.com/office/officeart/2005/8/layout/lProcess1"/>
    <dgm:cxn modelId="{235FD948-8348-4345-9A9F-2D483DB1DD9D}" type="presParOf" srcId="{8B25A093-1882-4440-923D-CCDE087F826A}" destId="{3FB9A52B-47C0-E149-934D-66AA13F1774E}" srcOrd="4" destOrd="0" presId="urn:microsoft.com/office/officeart/2005/8/layout/lProcess1"/>
    <dgm:cxn modelId="{F4B8CC39-2667-6A40-A433-06DF7A791381}" type="presParOf" srcId="{8B25A093-1882-4440-923D-CCDE087F826A}" destId="{2CD93046-27BA-B547-94BC-0BB96A82915A}" srcOrd="5" destOrd="0" presId="urn:microsoft.com/office/officeart/2005/8/layout/lProcess1"/>
    <dgm:cxn modelId="{23AC8337-962A-BC48-BC3B-7CFC5B07F3D4}" type="presParOf" srcId="{8B25A093-1882-4440-923D-CCDE087F826A}" destId="{39191A6E-0F29-5349-9D2F-5D347A279262}" srcOrd="6" destOrd="0" presId="urn:microsoft.com/office/officeart/2005/8/layout/lProcess1"/>
    <dgm:cxn modelId="{5576F4B7-0E8A-EC43-BB1F-2E711F699124}" type="presParOf" srcId="{8B25A093-1882-4440-923D-CCDE087F826A}" destId="{B2342FD4-FFF2-0541-A55C-2243972A1616}" srcOrd="7" destOrd="0" presId="urn:microsoft.com/office/officeart/2005/8/layout/lProcess1"/>
    <dgm:cxn modelId="{F06845B4-BE93-954E-8582-F3EA1CD2C196}" type="presParOf" srcId="{8B25A093-1882-4440-923D-CCDE087F826A}" destId="{0771F6CE-1FCF-EA4E-8662-938ADB700860}" srcOrd="8" destOrd="0" presId="urn:microsoft.com/office/officeart/2005/8/layout/lProcess1"/>
    <dgm:cxn modelId="{2B487C73-D5FA-0C46-9140-997DC791456C}" type="presParOf" srcId="{8B25A093-1882-4440-923D-CCDE087F826A}" destId="{2FC27AF4-302D-1F4E-B8E3-E6FFFE5328F0}" srcOrd="9" destOrd="0" presId="urn:microsoft.com/office/officeart/2005/8/layout/lProcess1"/>
    <dgm:cxn modelId="{F7FAED50-1A24-4947-A333-7D144C8E0705}" type="presParOf" srcId="{8B25A093-1882-4440-923D-CCDE087F826A}" destId="{FF9AE72A-D9E3-ED4E-BEA3-EE35B242AD9D}" srcOrd="10" destOrd="0" presId="urn:microsoft.com/office/officeart/2005/8/layout/lProcess1"/>
    <dgm:cxn modelId="{3F8B0035-8BB2-7D4C-A1F4-7F293A84D0FC}" type="presParOf" srcId="{8B25A093-1882-4440-923D-CCDE087F826A}" destId="{0367E27C-B2B4-DE42-8533-B288E104BD88}" srcOrd="11" destOrd="0" presId="urn:microsoft.com/office/officeart/2005/8/layout/lProcess1"/>
    <dgm:cxn modelId="{5905AE87-4EF4-1240-A3FA-44FDB2CF39C7}" type="presParOf" srcId="{8B25A093-1882-4440-923D-CCDE087F826A}" destId="{98CC5B59-6AA4-0946-BA01-3C986CD45F0E}" srcOrd="12" destOrd="0" presId="urn:microsoft.com/office/officeart/2005/8/layout/lProcess1"/>
    <dgm:cxn modelId="{1B9E0A0F-6BC4-CC43-8021-12DC43D714E5}" type="presParOf" srcId="{3EA4CAE9-4D25-DE4E-9868-BC2EEBB8D508}" destId="{BF07A125-3972-9843-B777-10DA5C89E3F9}" srcOrd="3" destOrd="0" presId="urn:microsoft.com/office/officeart/2005/8/layout/lProcess1"/>
    <dgm:cxn modelId="{F705F435-3E2C-A844-9155-0873CC1E48DB}" type="presParOf" srcId="{3EA4CAE9-4D25-DE4E-9868-BC2EEBB8D508}" destId="{F4CD67B0-176B-9A47-98DB-9635D7E8C06C}" srcOrd="4" destOrd="0" presId="urn:microsoft.com/office/officeart/2005/8/layout/lProcess1"/>
    <dgm:cxn modelId="{E83A71C6-E82C-224D-A4B0-6BEBEE1627DE}" type="presParOf" srcId="{F4CD67B0-176B-9A47-98DB-9635D7E8C06C}" destId="{35DEBDE5-CEB2-4B47-90C0-B74B1C45C261}" srcOrd="0" destOrd="0" presId="urn:microsoft.com/office/officeart/2005/8/layout/lProcess1"/>
    <dgm:cxn modelId="{5091081D-FB4B-8043-8D0B-B0ED35F6F748}" type="presParOf" srcId="{F4CD67B0-176B-9A47-98DB-9635D7E8C06C}" destId="{09D1F477-48BB-C840-9A58-9D55574D717C}" srcOrd="1" destOrd="0" presId="urn:microsoft.com/office/officeart/2005/8/layout/lProcess1"/>
    <dgm:cxn modelId="{5ACC478C-A360-1B4D-98D2-C42AC04EAF14}" type="presParOf" srcId="{F4CD67B0-176B-9A47-98DB-9635D7E8C06C}" destId="{C37DD888-E4AF-A243-A28B-599A4B968E14}" srcOrd="2" destOrd="0" presId="urn:microsoft.com/office/officeart/2005/8/layout/lProcess1"/>
    <dgm:cxn modelId="{0BF8B67B-1EA2-AD4D-8224-55A62EE3B32E}" type="presParOf" srcId="{F4CD67B0-176B-9A47-98DB-9635D7E8C06C}" destId="{4D6A1087-13A7-4E4A-A212-A24F70246D23}" srcOrd="3" destOrd="0" presId="urn:microsoft.com/office/officeart/2005/8/layout/lProcess1"/>
    <dgm:cxn modelId="{DECDD361-A01E-A84C-A702-2D0770C020C8}" type="presParOf" srcId="{F4CD67B0-176B-9A47-98DB-9635D7E8C06C}" destId="{99EFC528-51AC-B748-A8B9-5B598BFACD81}" srcOrd="4" destOrd="0" presId="urn:microsoft.com/office/officeart/2005/8/layout/lProcess1"/>
    <dgm:cxn modelId="{8DBF4E44-01FD-0A47-9698-54C7428991D0}" type="presParOf" srcId="{F4CD67B0-176B-9A47-98DB-9635D7E8C06C}" destId="{F14AE024-6674-8441-9AEE-F5CCBD12CA47}" srcOrd="5" destOrd="0" presId="urn:microsoft.com/office/officeart/2005/8/layout/lProcess1"/>
    <dgm:cxn modelId="{0CCA9E6D-488B-B248-82E2-DB757E4CDE6C}" type="presParOf" srcId="{F4CD67B0-176B-9A47-98DB-9635D7E8C06C}" destId="{A658CBB8-CADB-6B45-A3C1-7BADB822A7C8}" srcOrd="6" destOrd="0" presId="urn:microsoft.com/office/officeart/2005/8/layout/lProcess1"/>
    <dgm:cxn modelId="{AA4F1D89-178C-E04C-9E1A-A6F3FB4BD002}" type="presParOf" srcId="{F4CD67B0-176B-9A47-98DB-9635D7E8C06C}" destId="{3FB8086C-EAD2-C745-B953-6748C0FCE0A2}" srcOrd="7" destOrd="0" presId="urn:microsoft.com/office/officeart/2005/8/layout/lProcess1"/>
    <dgm:cxn modelId="{6D7DB700-A783-7347-90E0-0563797C50F3}" type="presParOf" srcId="{F4CD67B0-176B-9A47-98DB-9635D7E8C06C}" destId="{4118F156-1CEE-4F44-AE7D-49FF908CB37C}" srcOrd="8" destOrd="0" presId="urn:microsoft.com/office/officeart/2005/8/layout/lProcess1"/>
    <dgm:cxn modelId="{A5EDC4F5-E461-FA45-8496-34DE8DD9172A}" type="presParOf" srcId="{F4CD67B0-176B-9A47-98DB-9635D7E8C06C}" destId="{8E98C63C-6A7D-6E4F-82F3-60748F33040C}" srcOrd="9" destOrd="0" presId="urn:microsoft.com/office/officeart/2005/8/layout/lProcess1"/>
    <dgm:cxn modelId="{ADD6C271-338C-7A45-80CC-0452F0BD77FA}" type="presParOf" srcId="{F4CD67B0-176B-9A47-98DB-9635D7E8C06C}" destId="{16029690-30E6-EB41-ADF6-49FB6BFF3ACC}" srcOrd="10" destOrd="0" presId="urn:microsoft.com/office/officeart/2005/8/layout/lProcess1"/>
    <dgm:cxn modelId="{A8399DD8-3892-F745-A5D1-A94D48FA9D57}" type="presParOf" srcId="{F4CD67B0-176B-9A47-98DB-9635D7E8C06C}" destId="{7D8FD09A-92B8-5445-B4F5-E52BC5ACBD9B}" srcOrd="11" destOrd="0" presId="urn:microsoft.com/office/officeart/2005/8/layout/lProcess1"/>
    <dgm:cxn modelId="{21743C5F-A7CF-7744-8380-1C749A17ECAB}" type="presParOf" srcId="{F4CD67B0-176B-9A47-98DB-9635D7E8C06C}" destId="{02AA93B6-43B2-D248-83DD-AFEDEC2CE22A}" srcOrd="12" destOrd="0" presId="urn:microsoft.com/office/officeart/2005/8/layout/lProcess1"/>
    <dgm:cxn modelId="{377669CE-3E5A-4547-B6F7-2A41C6A955B6}" type="presParOf" srcId="{3EA4CAE9-4D25-DE4E-9868-BC2EEBB8D508}" destId="{FA8E9EB8-AD15-DF45-9DFD-88ACFE6A3F28}" srcOrd="5" destOrd="0" presId="urn:microsoft.com/office/officeart/2005/8/layout/lProcess1"/>
    <dgm:cxn modelId="{43B78A12-E2FF-444D-AC8D-5B59D114AE2E}" type="presParOf" srcId="{3EA4CAE9-4D25-DE4E-9868-BC2EEBB8D508}" destId="{FC24F70E-642B-EA46-8720-AEAD63BB5624}" srcOrd="6" destOrd="0" presId="urn:microsoft.com/office/officeart/2005/8/layout/lProcess1"/>
    <dgm:cxn modelId="{DEC04534-2CEF-5E47-B274-ACF014939991}" type="presParOf" srcId="{FC24F70E-642B-EA46-8720-AEAD63BB5624}" destId="{DAC8F10D-6708-C242-B5E1-DC64EED8DBCB}" srcOrd="0" destOrd="0" presId="urn:microsoft.com/office/officeart/2005/8/layout/lProcess1"/>
    <dgm:cxn modelId="{B91E4D59-AE10-3849-853C-8F988BEB4C5B}" type="presParOf" srcId="{FC24F70E-642B-EA46-8720-AEAD63BB5624}" destId="{EAC7B0E3-91A1-3148-8993-3EC00E109203}" srcOrd="1" destOrd="0" presId="urn:microsoft.com/office/officeart/2005/8/layout/lProcess1"/>
    <dgm:cxn modelId="{5B74D159-89F9-474B-8CB7-21FCD7138F55}" type="presParOf" srcId="{FC24F70E-642B-EA46-8720-AEAD63BB5624}" destId="{C8DB69D1-C3BE-4949-8142-556EF2F56312}" srcOrd="2" destOrd="0" presId="urn:microsoft.com/office/officeart/2005/8/layout/lProcess1"/>
    <dgm:cxn modelId="{F6D13021-B218-C34F-839B-B9D377372A59}" type="presParOf" srcId="{FC24F70E-642B-EA46-8720-AEAD63BB5624}" destId="{EEADD46F-3CA1-614A-AFEC-72915278CD65}" srcOrd="3" destOrd="0" presId="urn:microsoft.com/office/officeart/2005/8/layout/lProcess1"/>
    <dgm:cxn modelId="{F6786F5B-14AE-9F4C-902C-BD7CFE65AEC4}" type="presParOf" srcId="{FC24F70E-642B-EA46-8720-AEAD63BB5624}" destId="{F2CFD47A-DBE5-894A-B6F9-0D2F1796FB51}" srcOrd="4" destOrd="0" presId="urn:microsoft.com/office/officeart/2005/8/layout/lProcess1"/>
    <dgm:cxn modelId="{310E133E-8080-E442-BCB6-8EE91D458EFA}" type="presParOf" srcId="{FC24F70E-642B-EA46-8720-AEAD63BB5624}" destId="{FB413A8C-1255-A94C-826E-A59F01EA6F07}" srcOrd="5" destOrd="0" presId="urn:microsoft.com/office/officeart/2005/8/layout/lProcess1"/>
    <dgm:cxn modelId="{ACDA2320-42DE-6D48-A030-030BD907D5C9}" type="presParOf" srcId="{FC24F70E-642B-EA46-8720-AEAD63BB5624}" destId="{B407B338-5072-054D-A9C7-93DE9E6E8149}" srcOrd="6" destOrd="0" presId="urn:microsoft.com/office/officeart/2005/8/layout/lProcess1"/>
    <dgm:cxn modelId="{C3F7C8F1-C0AF-EA47-8BA8-0B5CD9E02CF2}" type="presParOf" srcId="{FC24F70E-642B-EA46-8720-AEAD63BB5624}" destId="{62053D0A-20B7-2548-B890-AF7D8E5384EB}" srcOrd="7" destOrd="0" presId="urn:microsoft.com/office/officeart/2005/8/layout/lProcess1"/>
    <dgm:cxn modelId="{D959F803-19D4-AE44-A1A6-D0A8AFD07FD7}" type="presParOf" srcId="{FC24F70E-642B-EA46-8720-AEAD63BB5624}" destId="{6EBDCB99-7C36-D541-B0F1-76B4E7E0C33D}" srcOrd="8" destOrd="0" presId="urn:microsoft.com/office/officeart/2005/8/layout/lProcess1"/>
    <dgm:cxn modelId="{4C2E97C8-D383-2E47-9A75-EDA4BC882569}" type="presParOf" srcId="{FC24F70E-642B-EA46-8720-AEAD63BB5624}" destId="{170E55DA-BDF2-0A4D-B897-D7E0D0D53E0C}" srcOrd="9" destOrd="0" presId="urn:microsoft.com/office/officeart/2005/8/layout/lProcess1"/>
    <dgm:cxn modelId="{6DFC3E24-2142-3848-A743-69AACCA4C5B4}" type="presParOf" srcId="{FC24F70E-642B-EA46-8720-AEAD63BB5624}" destId="{C8A59553-03E6-0A4A-BD29-DBBFDC2DBDBA}" srcOrd="10" destOrd="0" presId="urn:microsoft.com/office/officeart/2005/8/layout/lProcess1"/>
    <dgm:cxn modelId="{A679327C-5FF5-3F41-A80C-E90B9F3D04AC}" type="presParOf" srcId="{FC24F70E-642B-EA46-8720-AEAD63BB5624}" destId="{192A6B81-3DBE-AF4A-8318-72BE0585D3DA}" srcOrd="11" destOrd="0" presId="urn:microsoft.com/office/officeart/2005/8/layout/lProcess1"/>
    <dgm:cxn modelId="{06803AF9-BDF9-EF4D-8C89-1926B24955B0}" type="presParOf" srcId="{FC24F70E-642B-EA46-8720-AEAD63BB5624}" destId="{766F90CF-F262-3F42-A788-BB0136C80D34}" srcOrd="12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ABE479E-954F-D54E-91B3-C6C0681CFE7B}" type="doc">
      <dgm:prSet loTypeId="urn:microsoft.com/office/officeart/2005/8/layout/vList3" loCatId="" qsTypeId="urn:microsoft.com/office/officeart/2005/8/quickstyle/simple1" qsCatId="simple" csTypeId="urn:microsoft.com/office/officeart/2005/8/colors/accent1_2" csCatId="accent1" phldr="1"/>
      <dgm:spPr/>
    </dgm:pt>
    <dgm:pt modelId="{F938AAEE-2E71-6346-9F0B-39DA1A0D3F85}">
      <dgm:prSet phldrT="[Text]"/>
      <dgm:spPr/>
      <dgm:t>
        <a:bodyPr/>
        <a:lstStyle/>
        <a:p>
          <a:pPr algn="l">
            <a:buNone/>
          </a:pPr>
          <a:r>
            <a:rPr lang="en-IN" b="1" i="0" u="none" dirty="0">
              <a:latin typeface="Aptos" panose="020B0004020202020204" pitchFamily="34" charset="0"/>
            </a:rPr>
            <a:t>TEMPORAL INTEGRITY</a:t>
          </a:r>
        </a:p>
      </dgm:t>
    </dgm:pt>
    <dgm:pt modelId="{35FAFE50-5306-2249-B259-42EDC15E0DF6}" type="parTrans" cxnId="{1FF1C968-1C43-4046-95BC-EE7A2E00B2E1}">
      <dgm:prSet/>
      <dgm:spPr/>
      <dgm:t>
        <a:bodyPr/>
        <a:lstStyle/>
        <a:p>
          <a:endParaRPr lang="en-GB"/>
        </a:p>
      </dgm:t>
    </dgm:pt>
    <dgm:pt modelId="{A9933D76-57CE-AB4B-A506-EFAEDE0F305E}" type="sibTrans" cxnId="{1FF1C968-1C43-4046-95BC-EE7A2E00B2E1}">
      <dgm:prSet/>
      <dgm:spPr/>
      <dgm:t>
        <a:bodyPr/>
        <a:lstStyle/>
        <a:p>
          <a:endParaRPr lang="en-GB"/>
        </a:p>
      </dgm:t>
    </dgm:pt>
    <dgm:pt modelId="{16FC228D-4C1A-2F47-89D6-D51BCA7F10F2}">
      <dgm:prSet phldrT="[Text]"/>
      <dgm:spPr/>
      <dgm:t>
        <a:bodyPr/>
        <a:lstStyle/>
        <a:p>
          <a:pPr algn="l">
            <a:buNone/>
          </a:pPr>
          <a:r>
            <a:rPr lang="en-IN" b="1" i="0" u="none" dirty="0">
              <a:latin typeface="Aptos" panose="020B0004020202020204" pitchFamily="34" charset="0"/>
            </a:rPr>
            <a:t>Out-of-Sample STRENGTH</a:t>
          </a:r>
        </a:p>
      </dgm:t>
    </dgm:pt>
    <dgm:pt modelId="{84FFBC2D-7B77-7849-A928-76E3BA4EA7C3}" type="parTrans" cxnId="{B3064779-3299-8D46-B88E-235BF3F4E685}">
      <dgm:prSet/>
      <dgm:spPr/>
      <dgm:t>
        <a:bodyPr/>
        <a:lstStyle/>
        <a:p>
          <a:endParaRPr lang="en-GB"/>
        </a:p>
      </dgm:t>
    </dgm:pt>
    <dgm:pt modelId="{BEEA7C4A-5F65-CA4B-8338-2DB0E504AEFB}" type="sibTrans" cxnId="{B3064779-3299-8D46-B88E-235BF3F4E685}">
      <dgm:prSet/>
      <dgm:spPr/>
      <dgm:t>
        <a:bodyPr/>
        <a:lstStyle/>
        <a:p>
          <a:endParaRPr lang="en-GB"/>
        </a:p>
      </dgm:t>
    </dgm:pt>
    <dgm:pt modelId="{B9E54D01-E18D-3C46-BD90-5E160C609100}">
      <dgm:prSet phldrT="[Text]"/>
      <dgm:spPr/>
      <dgm:t>
        <a:bodyPr/>
        <a:lstStyle/>
        <a:p>
          <a:pPr algn="l">
            <a:buNone/>
          </a:pPr>
          <a:r>
            <a:rPr lang="en-IN" b="1" i="0" u="none" dirty="0">
              <a:latin typeface="Aptos" panose="020B0004020202020204" pitchFamily="34" charset="0"/>
            </a:rPr>
            <a:t>CAPACITY CONTROL</a:t>
          </a:r>
        </a:p>
      </dgm:t>
    </dgm:pt>
    <dgm:pt modelId="{1067C6AE-9129-7648-8845-B3849160D9D5}" type="parTrans" cxnId="{ACA78525-7062-004B-8C5F-76B651B630CD}">
      <dgm:prSet/>
      <dgm:spPr/>
      <dgm:t>
        <a:bodyPr/>
        <a:lstStyle/>
        <a:p>
          <a:endParaRPr lang="en-GB"/>
        </a:p>
      </dgm:t>
    </dgm:pt>
    <dgm:pt modelId="{6B044CAD-539F-5E4E-BB1D-9644DDFE7AED}" type="sibTrans" cxnId="{ACA78525-7062-004B-8C5F-76B651B630CD}">
      <dgm:prSet/>
      <dgm:spPr/>
      <dgm:t>
        <a:bodyPr/>
        <a:lstStyle/>
        <a:p>
          <a:endParaRPr lang="en-GB"/>
        </a:p>
      </dgm:t>
    </dgm:pt>
    <dgm:pt modelId="{4E9B7DD9-7AFD-EF41-8E98-82396E86AC21}">
      <dgm:prSet/>
      <dgm:spPr/>
      <dgm:t>
        <a:bodyPr/>
        <a:lstStyle/>
        <a:p>
          <a:pPr algn="l">
            <a:buNone/>
          </a:pPr>
          <a:r>
            <a:rPr lang="en-IN" b="1" i="0" u="none" dirty="0">
              <a:latin typeface="Aptos" panose="020B0004020202020204" pitchFamily="34" charset="0"/>
            </a:rPr>
            <a:t>REGIME ROBUSTNESS</a:t>
          </a:r>
        </a:p>
      </dgm:t>
    </dgm:pt>
    <dgm:pt modelId="{4BDC2E31-5B75-C541-B061-5D179A7A381F}" type="parTrans" cxnId="{9009AC11-8323-4D41-8D52-8AC08D993CEB}">
      <dgm:prSet/>
      <dgm:spPr/>
      <dgm:t>
        <a:bodyPr/>
        <a:lstStyle/>
        <a:p>
          <a:endParaRPr lang="en-GB"/>
        </a:p>
      </dgm:t>
    </dgm:pt>
    <dgm:pt modelId="{FED41D3F-4968-1F45-BDEE-615F17588B9E}" type="sibTrans" cxnId="{9009AC11-8323-4D41-8D52-8AC08D993CEB}">
      <dgm:prSet/>
      <dgm:spPr/>
      <dgm:t>
        <a:bodyPr/>
        <a:lstStyle/>
        <a:p>
          <a:endParaRPr lang="en-GB"/>
        </a:p>
      </dgm:t>
    </dgm:pt>
    <dgm:pt modelId="{CDB42113-D7F9-0146-81FC-6311DA64E403}">
      <dgm:prSet phldrT="[Text]"/>
      <dgm:spPr/>
      <dgm:t>
        <a:bodyPr/>
        <a:lstStyle/>
        <a:p>
          <a:pPr algn="l">
            <a:buNone/>
          </a:pPr>
          <a:r>
            <a:rPr lang="en-IN" b="0" i="0" u="none" dirty="0">
              <a:latin typeface="Aptos" panose="020B0004020202020204" pitchFamily="34" charset="0"/>
            </a:rPr>
            <a:t>   Walk-forward training ensures every prediction uses only past data.</a:t>
          </a:r>
          <a:br>
            <a:rPr lang="en-IN" dirty="0">
              <a:latin typeface="Aptos" panose="020B0004020202020204" pitchFamily="34" charset="0"/>
            </a:rPr>
          </a:br>
          <a:r>
            <a:rPr lang="en-IN" b="0" i="0" u="none" dirty="0">
              <a:latin typeface="Aptos" panose="020B0004020202020204" pitchFamily="34" charset="0"/>
            </a:rPr>
            <a:t>No look-ahead, no leakage, deployment-faithful </a:t>
          </a:r>
          <a:r>
            <a:rPr lang="en-IN" b="0" i="0" dirty="0">
              <a:latin typeface="Aptos" panose="020B0004020202020204" pitchFamily="34" charset="0"/>
            </a:rPr>
            <a:t>by construction</a:t>
          </a:r>
          <a:r>
            <a:rPr lang="en-IN" b="0" i="0" u="none" dirty="0">
              <a:latin typeface="Aptos" panose="020B0004020202020204" pitchFamily="34" charset="0"/>
            </a:rPr>
            <a:t>.</a:t>
          </a:r>
          <a:endParaRPr lang="en-GB" b="1" dirty="0">
            <a:latin typeface="Aptos" panose="020B0004020202020204" pitchFamily="34" charset="0"/>
          </a:endParaRPr>
        </a:p>
      </dgm:t>
    </dgm:pt>
    <dgm:pt modelId="{D2F1719A-15E7-714A-8A7E-B65745B58D4F}" type="parTrans" cxnId="{E045612A-BC25-A244-9632-D5A6E1EDF771}">
      <dgm:prSet/>
      <dgm:spPr/>
      <dgm:t>
        <a:bodyPr/>
        <a:lstStyle/>
        <a:p>
          <a:endParaRPr lang="en-GB"/>
        </a:p>
      </dgm:t>
    </dgm:pt>
    <dgm:pt modelId="{742D0284-1671-8044-805C-68E02603AC2D}" type="sibTrans" cxnId="{E045612A-BC25-A244-9632-D5A6E1EDF771}">
      <dgm:prSet/>
      <dgm:spPr/>
      <dgm:t>
        <a:bodyPr/>
        <a:lstStyle/>
        <a:p>
          <a:endParaRPr lang="en-GB"/>
        </a:p>
      </dgm:t>
    </dgm:pt>
    <dgm:pt modelId="{832DD1F6-714A-324B-BF5D-B24FEFCBD8C9}">
      <dgm:prSet phldrT="[Text]"/>
      <dgm:spPr/>
      <dgm:t>
        <a:bodyPr/>
        <a:lstStyle/>
        <a:p>
          <a:pPr algn="l">
            <a:buNone/>
          </a:pPr>
          <a:r>
            <a:rPr lang="en-IN" b="0" i="0" u="none" dirty="0">
              <a:latin typeface="Aptos" panose="020B0004020202020204" pitchFamily="34" charset="0"/>
            </a:rPr>
            <a:t>   Sharpe improves out-of-sample, indicating the signal is not overfit</a:t>
          </a:r>
          <a:br>
            <a:rPr lang="en-IN" dirty="0">
              <a:latin typeface="Aptos" panose="020B0004020202020204" pitchFamily="34" charset="0"/>
            </a:rPr>
          </a:br>
          <a:r>
            <a:rPr lang="en-IN" b="0" i="0" u="none" dirty="0">
              <a:latin typeface="Aptos" panose="020B0004020202020204" pitchFamily="34" charset="0"/>
            </a:rPr>
            <a:t>and stabilizes under unseen market conditions.</a:t>
          </a:r>
          <a:endParaRPr lang="en-GB" b="1" dirty="0">
            <a:latin typeface="Aptos" panose="020B0004020202020204" pitchFamily="34" charset="0"/>
          </a:endParaRPr>
        </a:p>
      </dgm:t>
    </dgm:pt>
    <dgm:pt modelId="{67AB0C4E-ADA8-C048-A15A-4642A10E88A2}" type="parTrans" cxnId="{FE44AA27-4634-B34B-B4EB-D95D0675E9C6}">
      <dgm:prSet/>
      <dgm:spPr/>
      <dgm:t>
        <a:bodyPr/>
        <a:lstStyle/>
        <a:p>
          <a:endParaRPr lang="en-GB"/>
        </a:p>
      </dgm:t>
    </dgm:pt>
    <dgm:pt modelId="{EB7C4716-B507-4945-A0DB-B2493EF99BE3}" type="sibTrans" cxnId="{FE44AA27-4634-B34B-B4EB-D95D0675E9C6}">
      <dgm:prSet/>
      <dgm:spPr/>
      <dgm:t>
        <a:bodyPr/>
        <a:lstStyle/>
        <a:p>
          <a:endParaRPr lang="en-GB"/>
        </a:p>
      </dgm:t>
    </dgm:pt>
    <dgm:pt modelId="{62F7E3A6-4515-434F-ABA9-D750F19ADC09}">
      <dgm:prSet phldrT="[Text]"/>
      <dgm:spPr/>
      <dgm:t>
        <a:bodyPr/>
        <a:lstStyle/>
        <a:p>
          <a:pPr algn="l">
            <a:buNone/>
          </a:pPr>
          <a:r>
            <a:rPr lang="en-IN" b="0" i="0" u="none" dirty="0">
              <a:latin typeface="Aptos" panose="020B0004020202020204" pitchFamily="34" charset="0"/>
            </a:rPr>
            <a:t>   Random Forest depth capped and minimum samples enforced to prevent memorization of short-term noise.</a:t>
          </a:r>
          <a:endParaRPr lang="en-GB" b="1" dirty="0">
            <a:latin typeface="Aptos" panose="020B0004020202020204" pitchFamily="34" charset="0"/>
          </a:endParaRPr>
        </a:p>
      </dgm:t>
    </dgm:pt>
    <dgm:pt modelId="{12A662D0-12EC-E24C-9A8D-49D61AEB0FEB}" type="parTrans" cxnId="{C54B7DFA-4D4E-8745-B859-773D7344921F}">
      <dgm:prSet/>
      <dgm:spPr/>
      <dgm:t>
        <a:bodyPr/>
        <a:lstStyle/>
        <a:p>
          <a:endParaRPr lang="en-GB"/>
        </a:p>
      </dgm:t>
    </dgm:pt>
    <dgm:pt modelId="{3776AEE2-51E7-5948-89BF-F42FCB750648}" type="sibTrans" cxnId="{C54B7DFA-4D4E-8745-B859-773D7344921F}">
      <dgm:prSet/>
      <dgm:spPr/>
      <dgm:t>
        <a:bodyPr/>
        <a:lstStyle/>
        <a:p>
          <a:endParaRPr lang="en-GB"/>
        </a:p>
      </dgm:t>
    </dgm:pt>
    <dgm:pt modelId="{04E98649-AFEB-194F-BDA5-CD8397432368}">
      <dgm:prSet/>
      <dgm:spPr/>
      <dgm:t>
        <a:bodyPr/>
        <a:lstStyle/>
        <a:p>
          <a:pPr algn="l">
            <a:buNone/>
          </a:pPr>
          <a:r>
            <a:rPr lang="en-IN" b="0" i="0" u="none" dirty="0">
              <a:latin typeface="Aptos" panose="020B0004020202020204" pitchFamily="34" charset="0"/>
            </a:rPr>
            <a:t>  Strategy adapts exposure across volatility regimes instead of</a:t>
          </a:r>
          <a:br>
            <a:rPr lang="en-IN" dirty="0">
              <a:latin typeface="Aptos" panose="020B0004020202020204" pitchFamily="34" charset="0"/>
            </a:rPr>
          </a:br>
          <a:r>
            <a:rPr lang="en-IN" b="0" i="0" u="none" dirty="0">
              <a:latin typeface="Aptos" panose="020B0004020202020204" pitchFamily="34" charset="0"/>
            </a:rPr>
            <a:t>forcing constant market exposure.</a:t>
          </a:r>
          <a:endParaRPr lang="en-GB" b="1" dirty="0">
            <a:latin typeface="Aptos" panose="020B0004020202020204" pitchFamily="34" charset="0"/>
          </a:endParaRPr>
        </a:p>
      </dgm:t>
    </dgm:pt>
    <dgm:pt modelId="{B67FFEE5-1136-CB45-A7FA-57F89620A7EE}" type="parTrans" cxnId="{59CBFF9B-D18A-0046-891F-017A8C454B81}">
      <dgm:prSet/>
      <dgm:spPr/>
      <dgm:t>
        <a:bodyPr/>
        <a:lstStyle/>
        <a:p>
          <a:endParaRPr lang="en-GB"/>
        </a:p>
      </dgm:t>
    </dgm:pt>
    <dgm:pt modelId="{B045447B-2F88-AD46-B2C3-BFA19B3B06C4}" type="sibTrans" cxnId="{59CBFF9B-D18A-0046-891F-017A8C454B81}">
      <dgm:prSet/>
      <dgm:spPr/>
      <dgm:t>
        <a:bodyPr/>
        <a:lstStyle/>
        <a:p>
          <a:endParaRPr lang="en-GB"/>
        </a:p>
      </dgm:t>
    </dgm:pt>
    <dgm:pt modelId="{E6DD78D3-CDF1-C64F-AF51-92B557633A20}" type="pres">
      <dgm:prSet presAssocID="{EABE479E-954F-D54E-91B3-C6C0681CFE7B}" presName="linearFlow" presStyleCnt="0">
        <dgm:presLayoutVars>
          <dgm:dir/>
          <dgm:resizeHandles val="exact"/>
        </dgm:presLayoutVars>
      </dgm:prSet>
      <dgm:spPr/>
    </dgm:pt>
    <dgm:pt modelId="{D6933C04-F242-2847-BB80-9C57B3FA8E64}" type="pres">
      <dgm:prSet presAssocID="{F938AAEE-2E71-6346-9F0B-39DA1A0D3F85}" presName="composite" presStyleCnt="0"/>
      <dgm:spPr/>
    </dgm:pt>
    <dgm:pt modelId="{52EF084C-C995-E943-BBBD-ECEDBBA2C93B}" type="pres">
      <dgm:prSet presAssocID="{F938AAEE-2E71-6346-9F0B-39DA1A0D3F85}" presName="imgShp" presStyleLbl="fgImgPlace1" presStyleIdx="0" presStyleCnt="4" custLinFactNeighborX="-13051" custLinFactNeighborY="-5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1 with solid fill"/>
        </a:ext>
      </dgm:extLst>
    </dgm:pt>
    <dgm:pt modelId="{D5785FA6-D698-1647-A32C-B18015B143CB}" type="pres">
      <dgm:prSet presAssocID="{F938AAEE-2E71-6346-9F0B-39DA1A0D3F85}" presName="txShp" presStyleLbl="node1" presStyleIdx="0" presStyleCnt="4">
        <dgm:presLayoutVars>
          <dgm:bulletEnabled val="1"/>
        </dgm:presLayoutVars>
      </dgm:prSet>
      <dgm:spPr/>
    </dgm:pt>
    <dgm:pt modelId="{719E27C9-6F58-E748-8256-A5F7DCE26ABE}" type="pres">
      <dgm:prSet presAssocID="{A9933D76-57CE-AB4B-A506-EFAEDE0F305E}" presName="spacing" presStyleCnt="0"/>
      <dgm:spPr/>
    </dgm:pt>
    <dgm:pt modelId="{9184F809-171F-7447-A2CC-92F1BDC56FB4}" type="pres">
      <dgm:prSet presAssocID="{16FC228D-4C1A-2F47-89D6-D51BCA7F10F2}" presName="composite" presStyleCnt="0"/>
      <dgm:spPr/>
    </dgm:pt>
    <dgm:pt modelId="{7CA873CB-0FB4-3C41-8842-2A30716864FA}" type="pres">
      <dgm:prSet presAssocID="{16FC228D-4C1A-2F47-89D6-D51BCA7F10F2}" presName="imgShp" presStyleLbl="fgImgPlace1" presStyleIdx="1" presStyleCnt="4" custLinFactNeighborX="-13050" custLinFactNeighborY="2337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with solid fill"/>
        </a:ext>
      </dgm:extLst>
    </dgm:pt>
    <dgm:pt modelId="{BFDB3ED7-4FD7-1F40-BA88-54239C56455A}" type="pres">
      <dgm:prSet presAssocID="{16FC228D-4C1A-2F47-89D6-D51BCA7F10F2}" presName="txShp" presStyleLbl="node1" presStyleIdx="1" presStyleCnt="4">
        <dgm:presLayoutVars>
          <dgm:bulletEnabled val="1"/>
        </dgm:presLayoutVars>
      </dgm:prSet>
      <dgm:spPr/>
    </dgm:pt>
    <dgm:pt modelId="{81007D96-4B07-7A47-A6DE-FE5A2AD61B4F}" type="pres">
      <dgm:prSet presAssocID="{BEEA7C4A-5F65-CA4B-8338-2DB0E504AEFB}" presName="spacing" presStyleCnt="0"/>
      <dgm:spPr/>
    </dgm:pt>
    <dgm:pt modelId="{473E2AEA-3912-1448-8C43-A18EE8E7704F}" type="pres">
      <dgm:prSet presAssocID="{B9E54D01-E18D-3C46-BD90-5E160C609100}" presName="composite" presStyleCnt="0"/>
      <dgm:spPr/>
    </dgm:pt>
    <dgm:pt modelId="{ABC24FBE-577D-964E-839A-0E82486D582F}" type="pres">
      <dgm:prSet presAssocID="{B9E54D01-E18D-3C46-BD90-5E160C609100}" presName="imgShp" presStyleLbl="fgImgPlace1" presStyleIdx="2" presStyleCnt="4" custLinFactNeighborX="-10441" custLinFactNeighborY="130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3 with solid fill"/>
        </a:ext>
      </dgm:extLst>
    </dgm:pt>
    <dgm:pt modelId="{FC809682-26D2-0943-AE93-34C52DE7E635}" type="pres">
      <dgm:prSet presAssocID="{B9E54D01-E18D-3C46-BD90-5E160C609100}" presName="txShp" presStyleLbl="node1" presStyleIdx="2" presStyleCnt="4">
        <dgm:presLayoutVars>
          <dgm:bulletEnabled val="1"/>
        </dgm:presLayoutVars>
      </dgm:prSet>
      <dgm:spPr/>
    </dgm:pt>
    <dgm:pt modelId="{524AB7E2-FCF4-214B-93C4-2353613D7F45}" type="pres">
      <dgm:prSet presAssocID="{6B044CAD-539F-5E4E-BB1D-9644DDFE7AED}" presName="spacing" presStyleCnt="0"/>
      <dgm:spPr/>
    </dgm:pt>
    <dgm:pt modelId="{5CC6477C-667C-8A48-8C2A-054B995353C0}" type="pres">
      <dgm:prSet presAssocID="{4E9B7DD9-7AFD-EF41-8E98-82396E86AC21}" presName="composite" presStyleCnt="0"/>
      <dgm:spPr/>
    </dgm:pt>
    <dgm:pt modelId="{9BCD785C-7D88-E141-874C-124A3618432B}" type="pres">
      <dgm:prSet presAssocID="{4E9B7DD9-7AFD-EF41-8E98-82396E86AC21}" presName="imgShp" presStyleLbl="fgImgPlace1" presStyleIdx="3" presStyleCnt="4" custLinFactNeighborX="-10040" custLinFactNeighborY="298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4 with solid fill"/>
        </a:ext>
      </dgm:extLst>
    </dgm:pt>
    <dgm:pt modelId="{2BA2CD57-6C2E-FA48-B257-B31C538E552C}" type="pres">
      <dgm:prSet presAssocID="{4E9B7DD9-7AFD-EF41-8E98-82396E86AC21}" presName="txShp" presStyleLbl="node1" presStyleIdx="3" presStyleCnt="4">
        <dgm:presLayoutVars>
          <dgm:bulletEnabled val="1"/>
        </dgm:presLayoutVars>
      </dgm:prSet>
      <dgm:spPr/>
    </dgm:pt>
  </dgm:ptLst>
  <dgm:cxnLst>
    <dgm:cxn modelId="{4E982504-034A-214D-8B21-CEF201A60FDA}" type="presOf" srcId="{16FC228D-4C1A-2F47-89D6-D51BCA7F10F2}" destId="{BFDB3ED7-4FD7-1F40-BA88-54239C56455A}" srcOrd="0" destOrd="0" presId="urn:microsoft.com/office/officeart/2005/8/layout/vList3"/>
    <dgm:cxn modelId="{9009AC11-8323-4D41-8D52-8AC08D993CEB}" srcId="{EABE479E-954F-D54E-91B3-C6C0681CFE7B}" destId="{4E9B7DD9-7AFD-EF41-8E98-82396E86AC21}" srcOrd="3" destOrd="0" parTransId="{4BDC2E31-5B75-C541-B061-5D179A7A381F}" sibTransId="{FED41D3F-4968-1F45-BDEE-615F17588B9E}"/>
    <dgm:cxn modelId="{94697D23-8625-DD44-868D-9334317978F2}" type="presOf" srcId="{F938AAEE-2E71-6346-9F0B-39DA1A0D3F85}" destId="{D5785FA6-D698-1647-A32C-B18015B143CB}" srcOrd="0" destOrd="0" presId="urn:microsoft.com/office/officeart/2005/8/layout/vList3"/>
    <dgm:cxn modelId="{BF85AF23-6A71-514A-A2DC-078A3D4B67AC}" type="presOf" srcId="{EABE479E-954F-D54E-91B3-C6C0681CFE7B}" destId="{E6DD78D3-CDF1-C64F-AF51-92B557633A20}" srcOrd="0" destOrd="0" presId="urn:microsoft.com/office/officeart/2005/8/layout/vList3"/>
    <dgm:cxn modelId="{ACA78525-7062-004B-8C5F-76B651B630CD}" srcId="{EABE479E-954F-D54E-91B3-C6C0681CFE7B}" destId="{B9E54D01-E18D-3C46-BD90-5E160C609100}" srcOrd="2" destOrd="0" parTransId="{1067C6AE-9129-7648-8845-B3849160D9D5}" sibTransId="{6B044CAD-539F-5E4E-BB1D-9644DDFE7AED}"/>
    <dgm:cxn modelId="{FE44AA27-4634-B34B-B4EB-D95D0675E9C6}" srcId="{16FC228D-4C1A-2F47-89D6-D51BCA7F10F2}" destId="{832DD1F6-714A-324B-BF5D-B24FEFCBD8C9}" srcOrd="0" destOrd="0" parTransId="{67AB0C4E-ADA8-C048-A15A-4642A10E88A2}" sibTransId="{EB7C4716-B507-4945-A0DB-B2493EF99BE3}"/>
    <dgm:cxn modelId="{E045612A-BC25-A244-9632-D5A6E1EDF771}" srcId="{F938AAEE-2E71-6346-9F0B-39DA1A0D3F85}" destId="{CDB42113-D7F9-0146-81FC-6311DA64E403}" srcOrd="0" destOrd="0" parTransId="{D2F1719A-15E7-714A-8A7E-B65745B58D4F}" sibTransId="{742D0284-1671-8044-805C-68E02603AC2D}"/>
    <dgm:cxn modelId="{C2BFD72A-4E35-9C48-A7DA-DEA0FF08BBF0}" type="presOf" srcId="{B9E54D01-E18D-3C46-BD90-5E160C609100}" destId="{FC809682-26D2-0943-AE93-34C52DE7E635}" srcOrd="0" destOrd="0" presId="urn:microsoft.com/office/officeart/2005/8/layout/vList3"/>
    <dgm:cxn modelId="{F7DD4F5F-5503-9C43-A9A8-D50B0B4D303F}" type="presOf" srcId="{4E9B7DD9-7AFD-EF41-8E98-82396E86AC21}" destId="{2BA2CD57-6C2E-FA48-B257-B31C538E552C}" srcOrd="0" destOrd="0" presId="urn:microsoft.com/office/officeart/2005/8/layout/vList3"/>
    <dgm:cxn modelId="{1FF1C968-1C43-4046-95BC-EE7A2E00B2E1}" srcId="{EABE479E-954F-D54E-91B3-C6C0681CFE7B}" destId="{F938AAEE-2E71-6346-9F0B-39DA1A0D3F85}" srcOrd="0" destOrd="0" parTransId="{35FAFE50-5306-2249-B259-42EDC15E0DF6}" sibTransId="{A9933D76-57CE-AB4B-A506-EFAEDE0F305E}"/>
    <dgm:cxn modelId="{56AFBF4C-FF88-C14B-9D8E-86A5F7329785}" type="presOf" srcId="{832DD1F6-714A-324B-BF5D-B24FEFCBD8C9}" destId="{BFDB3ED7-4FD7-1F40-BA88-54239C56455A}" srcOrd="0" destOrd="1" presId="urn:microsoft.com/office/officeart/2005/8/layout/vList3"/>
    <dgm:cxn modelId="{9F61874D-78E2-4341-A071-AFA16B618500}" type="presOf" srcId="{04E98649-AFEB-194F-BDA5-CD8397432368}" destId="{2BA2CD57-6C2E-FA48-B257-B31C538E552C}" srcOrd="0" destOrd="1" presId="urn:microsoft.com/office/officeart/2005/8/layout/vList3"/>
    <dgm:cxn modelId="{B3064779-3299-8D46-B88E-235BF3F4E685}" srcId="{EABE479E-954F-D54E-91B3-C6C0681CFE7B}" destId="{16FC228D-4C1A-2F47-89D6-D51BCA7F10F2}" srcOrd="1" destOrd="0" parTransId="{84FFBC2D-7B77-7849-A928-76E3BA4EA7C3}" sibTransId="{BEEA7C4A-5F65-CA4B-8338-2DB0E504AEFB}"/>
    <dgm:cxn modelId="{59CBFF9B-D18A-0046-891F-017A8C454B81}" srcId="{4E9B7DD9-7AFD-EF41-8E98-82396E86AC21}" destId="{04E98649-AFEB-194F-BDA5-CD8397432368}" srcOrd="0" destOrd="0" parTransId="{B67FFEE5-1136-CB45-A7FA-57F89620A7EE}" sibTransId="{B045447B-2F88-AD46-B2C3-BFA19B3B06C4}"/>
    <dgm:cxn modelId="{7205BCC9-65BE-2041-B173-A35C663173C1}" type="presOf" srcId="{62F7E3A6-4515-434F-ABA9-D750F19ADC09}" destId="{FC809682-26D2-0943-AE93-34C52DE7E635}" srcOrd="0" destOrd="1" presId="urn:microsoft.com/office/officeart/2005/8/layout/vList3"/>
    <dgm:cxn modelId="{E35D74D7-265B-D74B-9F7D-31D7D75710AD}" type="presOf" srcId="{CDB42113-D7F9-0146-81FC-6311DA64E403}" destId="{D5785FA6-D698-1647-A32C-B18015B143CB}" srcOrd="0" destOrd="1" presId="urn:microsoft.com/office/officeart/2005/8/layout/vList3"/>
    <dgm:cxn modelId="{C54B7DFA-4D4E-8745-B859-773D7344921F}" srcId="{B9E54D01-E18D-3C46-BD90-5E160C609100}" destId="{62F7E3A6-4515-434F-ABA9-D750F19ADC09}" srcOrd="0" destOrd="0" parTransId="{12A662D0-12EC-E24C-9A8D-49D61AEB0FEB}" sibTransId="{3776AEE2-51E7-5948-89BF-F42FCB750648}"/>
    <dgm:cxn modelId="{EC979C14-191A-9F46-8CDA-AAC849EA684E}" type="presParOf" srcId="{E6DD78D3-CDF1-C64F-AF51-92B557633A20}" destId="{D6933C04-F242-2847-BB80-9C57B3FA8E64}" srcOrd="0" destOrd="0" presId="urn:microsoft.com/office/officeart/2005/8/layout/vList3"/>
    <dgm:cxn modelId="{12DB8E82-8692-9342-9D2C-158BCBDA8265}" type="presParOf" srcId="{D6933C04-F242-2847-BB80-9C57B3FA8E64}" destId="{52EF084C-C995-E943-BBBD-ECEDBBA2C93B}" srcOrd="0" destOrd="0" presId="urn:microsoft.com/office/officeart/2005/8/layout/vList3"/>
    <dgm:cxn modelId="{A024AA18-6936-5D47-83CA-0447F186E863}" type="presParOf" srcId="{D6933C04-F242-2847-BB80-9C57B3FA8E64}" destId="{D5785FA6-D698-1647-A32C-B18015B143CB}" srcOrd="1" destOrd="0" presId="urn:microsoft.com/office/officeart/2005/8/layout/vList3"/>
    <dgm:cxn modelId="{07BA648B-E54D-114C-961C-5041FDF938D8}" type="presParOf" srcId="{E6DD78D3-CDF1-C64F-AF51-92B557633A20}" destId="{719E27C9-6F58-E748-8256-A5F7DCE26ABE}" srcOrd="1" destOrd="0" presId="urn:microsoft.com/office/officeart/2005/8/layout/vList3"/>
    <dgm:cxn modelId="{49174042-BA22-F24A-A08A-048944D5D3B9}" type="presParOf" srcId="{E6DD78D3-CDF1-C64F-AF51-92B557633A20}" destId="{9184F809-171F-7447-A2CC-92F1BDC56FB4}" srcOrd="2" destOrd="0" presId="urn:microsoft.com/office/officeart/2005/8/layout/vList3"/>
    <dgm:cxn modelId="{48881B1F-9A39-7C4C-991F-F5A6E95BBCEB}" type="presParOf" srcId="{9184F809-171F-7447-A2CC-92F1BDC56FB4}" destId="{7CA873CB-0FB4-3C41-8842-2A30716864FA}" srcOrd="0" destOrd="0" presId="urn:microsoft.com/office/officeart/2005/8/layout/vList3"/>
    <dgm:cxn modelId="{046B651F-6C92-564A-9462-7EC2ECDD17CA}" type="presParOf" srcId="{9184F809-171F-7447-A2CC-92F1BDC56FB4}" destId="{BFDB3ED7-4FD7-1F40-BA88-54239C56455A}" srcOrd="1" destOrd="0" presId="urn:microsoft.com/office/officeart/2005/8/layout/vList3"/>
    <dgm:cxn modelId="{5BA1CA3F-D591-4746-938A-F263A1CB1C0F}" type="presParOf" srcId="{E6DD78D3-CDF1-C64F-AF51-92B557633A20}" destId="{81007D96-4B07-7A47-A6DE-FE5A2AD61B4F}" srcOrd="3" destOrd="0" presId="urn:microsoft.com/office/officeart/2005/8/layout/vList3"/>
    <dgm:cxn modelId="{59DCCB61-EFA1-DD43-9C6E-A98CD1E6019F}" type="presParOf" srcId="{E6DD78D3-CDF1-C64F-AF51-92B557633A20}" destId="{473E2AEA-3912-1448-8C43-A18EE8E7704F}" srcOrd="4" destOrd="0" presId="urn:microsoft.com/office/officeart/2005/8/layout/vList3"/>
    <dgm:cxn modelId="{8003B2E8-0E8B-7840-BF30-A7189AAA8CCD}" type="presParOf" srcId="{473E2AEA-3912-1448-8C43-A18EE8E7704F}" destId="{ABC24FBE-577D-964E-839A-0E82486D582F}" srcOrd="0" destOrd="0" presId="urn:microsoft.com/office/officeart/2005/8/layout/vList3"/>
    <dgm:cxn modelId="{851C06C7-44BC-8444-AE1C-80D7EBD53D89}" type="presParOf" srcId="{473E2AEA-3912-1448-8C43-A18EE8E7704F}" destId="{FC809682-26D2-0943-AE93-34C52DE7E635}" srcOrd="1" destOrd="0" presId="urn:microsoft.com/office/officeart/2005/8/layout/vList3"/>
    <dgm:cxn modelId="{1A5D281A-0FC8-2540-B387-16DF374E6802}" type="presParOf" srcId="{E6DD78D3-CDF1-C64F-AF51-92B557633A20}" destId="{524AB7E2-FCF4-214B-93C4-2353613D7F45}" srcOrd="5" destOrd="0" presId="urn:microsoft.com/office/officeart/2005/8/layout/vList3"/>
    <dgm:cxn modelId="{C9E2B2A7-CD48-BB44-B433-A819DB99F054}" type="presParOf" srcId="{E6DD78D3-CDF1-C64F-AF51-92B557633A20}" destId="{5CC6477C-667C-8A48-8C2A-054B995353C0}" srcOrd="6" destOrd="0" presId="urn:microsoft.com/office/officeart/2005/8/layout/vList3"/>
    <dgm:cxn modelId="{89110F4C-147E-314F-A1BD-AF0032AA0830}" type="presParOf" srcId="{5CC6477C-667C-8A48-8C2A-054B995353C0}" destId="{9BCD785C-7D88-E141-874C-124A3618432B}" srcOrd="0" destOrd="0" presId="urn:microsoft.com/office/officeart/2005/8/layout/vList3"/>
    <dgm:cxn modelId="{6A1B393A-8D7E-BA4C-8747-E7F6A4ABB7AA}" type="presParOf" srcId="{5CC6477C-667C-8A48-8C2A-054B995353C0}" destId="{2BA2CD57-6C2E-FA48-B257-B31C538E552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0AA6472-4C90-7B42-B631-6204764ECCC0}" type="doc">
      <dgm:prSet loTypeId="urn:microsoft.com/office/officeart/2008/layout/PictureAccent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2FF04243-5741-2246-9404-787FD82EFB5A}">
      <dgm:prSet phldrT="[Text]" custT="1"/>
      <dgm:spPr/>
      <dgm:t>
        <a:bodyPr/>
        <a:lstStyle/>
        <a:p>
          <a:pPr>
            <a:buNone/>
          </a:pPr>
          <a:r>
            <a:rPr lang="en-IN" sz="2600" b="1" i="0" u="none" dirty="0">
              <a:latin typeface="Aptos" panose="020B0004020202020204" pitchFamily="34" charset="0"/>
            </a:rPr>
            <a:t>LIMITATIONS</a:t>
          </a:r>
          <a:endParaRPr lang="en-GB" sz="2600" b="1" dirty="0">
            <a:latin typeface="Aptos" panose="020B0004020202020204" pitchFamily="34" charset="0"/>
          </a:endParaRPr>
        </a:p>
      </dgm:t>
    </dgm:pt>
    <dgm:pt modelId="{8A1DFD85-DF2A-FF40-80D9-E37E77FCF30E}" type="parTrans" cxnId="{E9613A33-43BF-F943-80B2-F64442636556}">
      <dgm:prSet/>
      <dgm:spPr/>
      <dgm:t>
        <a:bodyPr/>
        <a:lstStyle/>
        <a:p>
          <a:endParaRPr lang="en-GB"/>
        </a:p>
      </dgm:t>
    </dgm:pt>
    <dgm:pt modelId="{803B9831-070B-7647-BCD2-512454CF9FFC}" type="sibTrans" cxnId="{E9613A33-43BF-F943-80B2-F64442636556}">
      <dgm:prSet/>
      <dgm:spPr/>
      <dgm:t>
        <a:bodyPr/>
        <a:lstStyle/>
        <a:p>
          <a:endParaRPr lang="en-GB"/>
        </a:p>
      </dgm:t>
    </dgm:pt>
    <dgm:pt modelId="{7B3CC8D3-0020-034D-9F70-419270448C49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b="1" i="0" dirty="0">
              <a:latin typeface="Aptos" panose="020B0004020202020204" pitchFamily="34" charset="0"/>
            </a:rPr>
            <a:t>Short </a:t>
          </a:r>
          <a:r>
            <a:rPr lang="en-IN" sz="1200" b="1" i="0" dirty="0" err="1">
              <a:latin typeface="Aptos" panose="020B0004020202020204" pitchFamily="34" charset="0"/>
            </a:rPr>
            <a:t>Backtest</a:t>
          </a:r>
          <a:r>
            <a:rPr lang="en-IN" sz="1200" b="1" i="0" dirty="0">
              <a:latin typeface="Aptos" panose="020B0004020202020204" pitchFamily="34" charset="0"/>
            </a:rPr>
            <a:t> Horizon (Problem-Imposed)</a:t>
          </a:r>
        </a:p>
      </dgm:t>
    </dgm:pt>
    <dgm:pt modelId="{169AF60A-4FC7-0A41-B8D5-B3FD78D52D29}" type="parTrans" cxnId="{F0293A28-A2FC-7940-8B55-C408B728AF04}">
      <dgm:prSet/>
      <dgm:spPr/>
      <dgm:t>
        <a:bodyPr/>
        <a:lstStyle/>
        <a:p>
          <a:endParaRPr lang="en-GB"/>
        </a:p>
      </dgm:t>
    </dgm:pt>
    <dgm:pt modelId="{1F141BA1-A7B4-CB48-955C-EEB498EAC239}" type="sibTrans" cxnId="{F0293A28-A2FC-7940-8B55-C408B728AF04}">
      <dgm:prSet/>
      <dgm:spPr/>
      <dgm:t>
        <a:bodyPr/>
        <a:lstStyle/>
        <a:p>
          <a:endParaRPr lang="en-GB"/>
        </a:p>
      </dgm:t>
    </dgm:pt>
    <dgm:pt modelId="{3AD8E43C-43B4-7E49-A68C-B721096BE646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b="1" i="0" dirty="0">
              <a:latin typeface="Aptos" panose="020B0004020202020204" pitchFamily="34" charset="0"/>
            </a:rPr>
            <a:t>47 total days, 37 executed trades</a:t>
          </a:r>
          <a:endParaRPr lang="en-IN" sz="1200" b="0" i="0" dirty="0">
            <a:latin typeface="Aptos" panose="020B0004020202020204" pitchFamily="34" charset="0"/>
          </a:endParaRPr>
        </a:p>
      </dgm:t>
    </dgm:pt>
    <dgm:pt modelId="{DB60195B-655C-7446-96C1-7C1636FE769B}" type="parTrans" cxnId="{0641876B-C90A-8F48-B9F5-EB70BD80EB62}">
      <dgm:prSet/>
      <dgm:spPr/>
      <dgm:t>
        <a:bodyPr/>
        <a:lstStyle/>
        <a:p>
          <a:endParaRPr lang="en-GB"/>
        </a:p>
      </dgm:t>
    </dgm:pt>
    <dgm:pt modelId="{728468DC-0771-A947-9EED-43289D6599B5}" type="sibTrans" cxnId="{0641876B-C90A-8F48-B9F5-EB70BD80EB62}">
      <dgm:prSet/>
      <dgm:spPr/>
      <dgm:t>
        <a:bodyPr/>
        <a:lstStyle/>
        <a:p>
          <a:endParaRPr lang="en-GB"/>
        </a:p>
      </dgm:t>
    </dgm:pt>
    <dgm:pt modelId="{05E5EC0B-3E91-7E4F-A9E6-822BB512B862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b="1" i="0" dirty="0">
              <a:latin typeface="Aptos" panose="020B0004020202020204" pitchFamily="34" charset="0"/>
            </a:rPr>
            <a:t>Data window restricted to ~2 months</a:t>
          </a:r>
          <a:br>
            <a:rPr lang="en-IN" sz="1200" b="0" i="0" dirty="0">
              <a:latin typeface="Aptos" panose="020B0004020202020204" pitchFamily="34" charset="0"/>
            </a:rPr>
          </a:br>
          <a:r>
            <a:rPr lang="en-IN" sz="1200" b="0" i="0" dirty="0">
              <a:latin typeface="Aptos" panose="020B0004020202020204" pitchFamily="34" charset="0"/>
            </a:rPr>
            <a:t>(1 Nov 2025 – 31 Dec 2025)</a:t>
          </a:r>
        </a:p>
      </dgm:t>
    </dgm:pt>
    <dgm:pt modelId="{38047365-4938-F84C-9075-252225D7D3B1}" type="parTrans" cxnId="{472DAF29-C354-7B44-890B-56E38DEE890E}">
      <dgm:prSet/>
      <dgm:spPr/>
      <dgm:t>
        <a:bodyPr/>
        <a:lstStyle/>
        <a:p>
          <a:endParaRPr lang="en-GB"/>
        </a:p>
      </dgm:t>
    </dgm:pt>
    <dgm:pt modelId="{5634F7E5-A803-9E41-AD5C-B9C4A82A8E02}" type="sibTrans" cxnId="{472DAF29-C354-7B44-890B-56E38DEE890E}">
      <dgm:prSet/>
      <dgm:spPr/>
      <dgm:t>
        <a:bodyPr/>
        <a:lstStyle/>
        <a:p>
          <a:endParaRPr lang="en-GB"/>
        </a:p>
      </dgm:t>
    </dgm:pt>
    <dgm:pt modelId="{FB6FB59B-87EF-D24F-9EAD-8E104FEB1899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b="0" i="0" dirty="0">
              <a:latin typeface="Aptos" panose="020B0004020202020204" pitchFamily="34" charset="0"/>
            </a:rPr>
            <a:t>Limits exposure to </a:t>
          </a:r>
          <a:r>
            <a:rPr lang="en-IN" sz="1200" b="1" i="0" dirty="0">
              <a:latin typeface="Aptos" panose="020B0004020202020204" pitchFamily="34" charset="0"/>
            </a:rPr>
            <a:t>few market regimes</a:t>
          </a:r>
          <a:endParaRPr lang="en-GB" sz="1200" dirty="0">
            <a:latin typeface="Aptos" panose="020B0004020202020204" pitchFamily="34" charset="0"/>
          </a:endParaRPr>
        </a:p>
      </dgm:t>
    </dgm:pt>
    <dgm:pt modelId="{3555E707-F32E-ED41-B988-361B7708D22B}" type="parTrans" cxnId="{04EF9C5E-ED56-774C-9698-5C7F42177E3D}">
      <dgm:prSet/>
      <dgm:spPr/>
      <dgm:t>
        <a:bodyPr/>
        <a:lstStyle/>
        <a:p>
          <a:endParaRPr lang="en-GB"/>
        </a:p>
      </dgm:t>
    </dgm:pt>
    <dgm:pt modelId="{2FEF6D8D-E86E-C04E-84C7-4DE9C3F4046E}" type="sibTrans" cxnId="{04EF9C5E-ED56-774C-9698-5C7F42177E3D}">
      <dgm:prSet/>
      <dgm:spPr/>
      <dgm:t>
        <a:bodyPr/>
        <a:lstStyle/>
        <a:p>
          <a:endParaRPr lang="en-GB"/>
        </a:p>
      </dgm:t>
    </dgm:pt>
    <dgm:pt modelId="{14B05DCD-8E61-3544-9FBE-9362B186E9DE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b="0" i="0" dirty="0">
              <a:latin typeface="Aptos" panose="020B0004020202020204" pitchFamily="34" charset="0"/>
            </a:rPr>
            <a:t>Restricts long-horizon statistics (e.g., crisis behaviour)</a:t>
          </a:r>
        </a:p>
      </dgm:t>
    </dgm:pt>
    <dgm:pt modelId="{42540B1C-1E11-E343-999E-E3DF2BE064FC}" type="parTrans" cxnId="{4926E74B-9CAD-AE41-8C21-9A1759F99501}">
      <dgm:prSet/>
      <dgm:spPr/>
      <dgm:t>
        <a:bodyPr/>
        <a:lstStyle/>
        <a:p>
          <a:endParaRPr lang="en-GB"/>
        </a:p>
      </dgm:t>
    </dgm:pt>
    <dgm:pt modelId="{67C389A4-B19F-1F4D-B92D-D0CD182343CD}" type="sibTrans" cxnId="{4926E74B-9CAD-AE41-8C21-9A1759F99501}">
      <dgm:prSet/>
      <dgm:spPr/>
      <dgm:t>
        <a:bodyPr/>
        <a:lstStyle/>
        <a:p>
          <a:endParaRPr lang="en-GB"/>
        </a:p>
      </dgm:t>
    </dgm:pt>
    <dgm:pt modelId="{243ADE02-24E0-BD43-9253-B7712FDC3856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b="0" i="0" dirty="0" err="1">
              <a:latin typeface="Aptos" panose="020B0004020202020204" pitchFamily="34" charset="0"/>
            </a:rPr>
            <a:t>Backtest</a:t>
          </a:r>
          <a:r>
            <a:rPr lang="en-IN" sz="1200" b="0" i="0" dirty="0">
              <a:latin typeface="Aptos" panose="020B0004020202020204" pitchFamily="34" charset="0"/>
            </a:rPr>
            <a:t> length is </a:t>
          </a:r>
          <a:r>
            <a:rPr lang="en-IN" sz="1200" b="1" i="0" dirty="0">
              <a:latin typeface="Aptos" panose="020B0004020202020204" pitchFamily="34" charset="0"/>
            </a:rPr>
            <a:t>not a </a:t>
          </a:r>
          <a:r>
            <a:rPr lang="en-IN" sz="1200" b="1" i="0" dirty="0" err="1">
              <a:latin typeface="Aptos" panose="020B0004020202020204" pitchFamily="34" charset="0"/>
            </a:rPr>
            <a:t>modeling</a:t>
          </a:r>
          <a:r>
            <a:rPr lang="en-IN" sz="1200" b="1" i="0" dirty="0">
              <a:latin typeface="Aptos" panose="020B0004020202020204" pitchFamily="34" charset="0"/>
            </a:rPr>
            <a:t> choice</a:t>
          </a:r>
          <a:endParaRPr lang="en-GB" sz="1200" dirty="0">
            <a:latin typeface="Aptos" panose="020B0004020202020204" pitchFamily="34" charset="0"/>
          </a:endParaRPr>
        </a:p>
      </dgm:t>
    </dgm:pt>
    <dgm:pt modelId="{9A42563C-850E-CE43-8AFA-C6FF15E07F53}" type="parTrans" cxnId="{35961416-73D7-CF4C-BD16-AEA2492F80E7}">
      <dgm:prSet/>
      <dgm:spPr/>
      <dgm:t>
        <a:bodyPr/>
        <a:lstStyle/>
        <a:p>
          <a:endParaRPr lang="en-GB"/>
        </a:p>
      </dgm:t>
    </dgm:pt>
    <dgm:pt modelId="{E5D07159-2326-9740-ABEF-DCAA27600A8D}" type="sibTrans" cxnId="{35961416-73D7-CF4C-BD16-AEA2492F80E7}">
      <dgm:prSet/>
      <dgm:spPr/>
      <dgm:t>
        <a:bodyPr/>
        <a:lstStyle/>
        <a:p>
          <a:endParaRPr lang="en-GB"/>
        </a:p>
      </dgm:t>
    </dgm:pt>
    <dgm:pt modelId="{A8565127-FF44-0143-B789-21425D0970CD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b="0" i="0" dirty="0">
              <a:latin typeface="Aptos" panose="020B0004020202020204" pitchFamily="34" charset="0"/>
            </a:rPr>
            <a:t>Performance metrics have </a:t>
          </a:r>
          <a:r>
            <a:rPr lang="en-IN" sz="1200" b="1" i="0" dirty="0">
              <a:latin typeface="Aptos" panose="020B0004020202020204" pitchFamily="34" charset="0"/>
            </a:rPr>
            <a:t>higher variance</a:t>
          </a:r>
          <a:endParaRPr lang="en-IN" sz="1200" b="0" i="0" dirty="0">
            <a:latin typeface="Aptos" panose="020B0004020202020204" pitchFamily="34" charset="0"/>
          </a:endParaRPr>
        </a:p>
      </dgm:t>
    </dgm:pt>
    <dgm:pt modelId="{86B67374-A6E6-E142-A184-AC163796B45B}" type="parTrans" cxnId="{16E0FD7C-D425-1A47-A134-7B18CA327505}">
      <dgm:prSet/>
      <dgm:spPr/>
      <dgm:t>
        <a:bodyPr/>
        <a:lstStyle/>
        <a:p>
          <a:endParaRPr lang="en-GB"/>
        </a:p>
      </dgm:t>
    </dgm:pt>
    <dgm:pt modelId="{77DE1A84-57B9-464B-866C-1D20D2F9CF32}" type="sibTrans" cxnId="{16E0FD7C-D425-1A47-A134-7B18CA327505}">
      <dgm:prSet/>
      <dgm:spPr/>
      <dgm:t>
        <a:bodyPr/>
        <a:lstStyle/>
        <a:p>
          <a:endParaRPr lang="en-GB"/>
        </a:p>
      </dgm:t>
    </dgm:pt>
    <dgm:pt modelId="{106383FF-8AEC-1145-B41B-DE8EE48864E3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b="0" i="0" dirty="0">
              <a:latin typeface="Aptos" panose="020B0004020202020204" pitchFamily="34" charset="0"/>
            </a:rPr>
            <a:t>Sharpe and drawdown estimates are </a:t>
          </a:r>
          <a:r>
            <a:rPr lang="en-IN" sz="1200" b="1" i="0" dirty="0">
              <a:latin typeface="Aptos" panose="020B0004020202020204" pitchFamily="34" charset="0"/>
            </a:rPr>
            <a:t>directional, not asymptotic</a:t>
          </a:r>
          <a:endParaRPr lang="en-IN" sz="1200" b="0" i="0" dirty="0">
            <a:latin typeface="Aptos" panose="020B0004020202020204" pitchFamily="34" charset="0"/>
          </a:endParaRPr>
        </a:p>
      </dgm:t>
    </dgm:pt>
    <dgm:pt modelId="{54240F6C-A6AA-E549-AC26-332F09758C8A}" type="parTrans" cxnId="{181462C2-C7AF-E443-8D76-407B4521DEA6}">
      <dgm:prSet/>
      <dgm:spPr/>
      <dgm:t>
        <a:bodyPr/>
        <a:lstStyle/>
        <a:p>
          <a:endParaRPr lang="en-GB"/>
        </a:p>
      </dgm:t>
    </dgm:pt>
    <dgm:pt modelId="{BF5613D3-53A4-3949-A28B-D892E680715A}" type="sibTrans" cxnId="{181462C2-C7AF-E443-8D76-407B4521DEA6}">
      <dgm:prSet/>
      <dgm:spPr/>
      <dgm:t>
        <a:bodyPr/>
        <a:lstStyle/>
        <a:p>
          <a:endParaRPr lang="en-GB"/>
        </a:p>
      </dgm:t>
    </dgm:pt>
    <dgm:pt modelId="{85314499-628A-A64B-9E1B-7B156F0652C6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b="0" i="0" dirty="0">
              <a:latin typeface="Aptos" panose="020B0004020202020204" pitchFamily="34" charset="0"/>
            </a:rPr>
            <a:t>Emphasis shifts from magnitude → </a:t>
          </a:r>
          <a:r>
            <a:rPr lang="en-IN" sz="1200" b="1" i="0" dirty="0" err="1">
              <a:latin typeface="Aptos" panose="020B0004020202020204" pitchFamily="34" charset="0"/>
            </a:rPr>
            <a:t>behavioral</a:t>
          </a:r>
          <a:r>
            <a:rPr lang="en-IN" sz="1200" b="1" i="0" dirty="0">
              <a:latin typeface="Aptos" panose="020B0004020202020204" pitchFamily="34" charset="0"/>
            </a:rPr>
            <a:t> consistency</a:t>
          </a:r>
          <a:endParaRPr lang="en-GB" sz="1200" dirty="0">
            <a:latin typeface="Aptos" panose="020B0004020202020204" pitchFamily="34" charset="0"/>
          </a:endParaRPr>
        </a:p>
      </dgm:t>
    </dgm:pt>
    <dgm:pt modelId="{AB059123-8794-FE4C-8C02-6D43328810D7}" type="parTrans" cxnId="{F832B9FA-B274-564A-A0AD-51F8C0A1848A}">
      <dgm:prSet/>
      <dgm:spPr/>
      <dgm:t>
        <a:bodyPr/>
        <a:lstStyle/>
        <a:p>
          <a:endParaRPr lang="en-GB"/>
        </a:p>
      </dgm:t>
    </dgm:pt>
    <dgm:pt modelId="{805F9BB6-A57D-EB4B-BE57-ECCC5CF40F88}" type="sibTrans" cxnId="{F832B9FA-B274-564A-A0AD-51F8C0A1848A}">
      <dgm:prSet/>
      <dgm:spPr/>
      <dgm:t>
        <a:bodyPr/>
        <a:lstStyle/>
        <a:p>
          <a:endParaRPr lang="en-GB"/>
        </a:p>
      </dgm:t>
    </dgm:pt>
    <dgm:pt modelId="{7BC72317-F3E9-5F48-953B-E6DABA6AAACE}">
      <dgm:prSet custT="1"/>
      <dgm:spPr/>
      <dgm:t>
        <a:bodyPr/>
        <a:lstStyle/>
        <a:p>
          <a:pPr>
            <a:buNone/>
          </a:pPr>
          <a:r>
            <a:rPr lang="en-IN" sz="1200" b="0" i="0" dirty="0">
              <a:latin typeface="Aptos" panose="020B0004020202020204" pitchFamily="34" charset="0"/>
              <a:ea typeface="ADLaM Display" panose="02010000000000000000" pitchFamily="2" charset="77"/>
              <a:cs typeface="ADLaM Display" panose="02010000000000000000" pitchFamily="2" charset="77"/>
            </a:rPr>
            <a:t>Strategy tested on </a:t>
          </a:r>
          <a:r>
            <a:rPr lang="en-IN" sz="1200" b="1" i="0" dirty="0">
              <a:latin typeface="Aptos" panose="020B0004020202020204" pitchFamily="34" charset="0"/>
              <a:ea typeface="ADLaM Display" panose="02010000000000000000" pitchFamily="2" charset="77"/>
              <a:cs typeface="ADLaM Display" panose="02010000000000000000" pitchFamily="2" charset="77"/>
            </a:rPr>
            <a:t>one NSE-listed equity</a:t>
          </a:r>
          <a:endParaRPr lang="en-GB" sz="1200" dirty="0">
            <a:latin typeface="Aptos" panose="020B0004020202020204" pitchFamily="34" charset="0"/>
            <a:ea typeface="ADLaM Display" panose="02010000000000000000" pitchFamily="2" charset="77"/>
            <a:cs typeface="ADLaM Display" panose="02010000000000000000" pitchFamily="2" charset="77"/>
          </a:endParaRPr>
        </a:p>
      </dgm:t>
    </dgm:pt>
    <dgm:pt modelId="{8802D85F-68F3-5847-9E2B-A513AAEAA44D}" type="parTrans" cxnId="{95DCFDE0-B192-8242-AFA1-D8036DB1B36E}">
      <dgm:prSet/>
      <dgm:spPr/>
      <dgm:t>
        <a:bodyPr/>
        <a:lstStyle/>
        <a:p>
          <a:endParaRPr lang="en-GB"/>
        </a:p>
      </dgm:t>
    </dgm:pt>
    <dgm:pt modelId="{DC8096F1-7A22-E448-8534-AB559E3D4915}" type="sibTrans" cxnId="{95DCFDE0-B192-8242-AFA1-D8036DB1B36E}">
      <dgm:prSet/>
      <dgm:spPr/>
      <dgm:t>
        <a:bodyPr/>
        <a:lstStyle/>
        <a:p>
          <a:endParaRPr lang="en-GB"/>
        </a:p>
      </dgm:t>
    </dgm:pt>
    <dgm:pt modelId="{2F733B16-3ABC-0D4E-B9A7-6742AB6BAB2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b="0" i="0" dirty="0">
              <a:latin typeface="Aptos" panose="020B0004020202020204" pitchFamily="34" charset="0"/>
              <a:ea typeface="ADLaM Display" panose="02010000000000000000" pitchFamily="2" charset="77"/>
              <a:cs typeface="ADLaM Display" panose="02010000000000000000" pitchFamily="2" charset="77"/>
            </a:rPr>
            <a:t>No cross-sectional diversification</a:t>
          </a:r>
        </a:p>
      </dgm:t>
    </dgm:pt>
    <dgm:pt modelId="{565DE278-3CDF-F844-BDB9-9B2CFC6F5588}" type="parTrans" cxnId="{7C7EFC2E-4F5E-2348-89E3-0FF2F71239D4}">
      <dgm:prSet/>
      <dgm:spPr/>
      <dgm:t>
        <a:bodyPr/>
        <a:lstStyle/>
        <a:p>
          <a:endParaRPr lang="en-GB"/>
        </a:p>
      </dgm:t>
    </dgm:pt>
    <dgm:pt modelId="{3AC17576-431F-A64D-B830-1DE7D1071559}" type="sibTrans" cxnId="{7C7EFC2E-4F5E-2348-89E3-0FF2F71239D4}">
      <dgm:prSet/>
      <dgm:spPr/>
      <dgm:t>
        <a:bodyPr/>
        <a:lstStyle/>
        <a:p>
          <a:endParaRPr lang="en-GB"/>
        </a:p>
      </dgm:t>
    </dgm:pt>
    <dgm:pt modelId="{C24ECFE7-09BA-F642-8874-B84F87A8904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b="0" i="0" dirty="0">
              <a:latin typeface="Aptos" panose="020B0004020202020204" pitchFamily="34" charset="0"/>
              <a:ea typeface="ADLaM Display" panose="02010000000000000000" pitchFamily="2" charset="77"/>
              <a:cs typeface="ADLaM Display" panose="02010000000000000000" pitchFamily="2" charset="77"/>
            </a:rPr>
            <a:t>Results reflect </a:t>
          </a:r>
          <a:r>
            <a:rPr lang="en-IN" sz="1200" b="1" i="0" dirty="0">
              <a:latin typeface="Aptos" panose="020B0004020202020204" pitchFamily="34" charset="0"/>
              <a:ea typeface="ADLaM Display" panose="02010000000000000000" pitchFamily="2" charset="77"/>
              <a:cs typeface="ADLaM Display" panose="02010000000000000000" pitchFamily="2" charset="77"/>
            </a:rPr>
            <a:t>signal quality</a:t>
          </a:r>
          <a:r>
            <a:rPr lang="en-IN" sz="1200" b="0" i="0" dirty="0">
              <a:latin typeface="Aptos" panose="020B0004020202020204" pitchFamily="34" charset="0"/>
              <a:ea typeface="ADLaM Display" panose="02010000000000000000" pitchFamily="2" charset="77"/>
              <a:cs typeface="ADLaM Display" panose="02010000000000000000" pitchFamily="2" charset="77"/>
            </a:rPr>
            <a:t>, not portfolio construction</a:t>
          </a:r>
        </a:p>
      </dgm:t>
    </dgm:pt>
    <dgm:pt modelId="{CB9AC7BC-5D3B-9B46-8695-4FB791741CB7}" type="parTrans" cxnId="{EA9829F4-DD59-4144-B262-201441358100}">
      <dgm:prSet/>
      <dgm:spPr/>
      <dgm:t>
        <a:bodyPr/>
        <a:lstStyle/>
        <a:p>
          <a:endParaRPr lang="en-GB"/>
        </a:p>
      </dgm:t>
    </dgm:pt>
    <dgm:pt modelId="{17169C78-90C2-9940-B903-68CB24948BD5}" type="sibTrans" cxnId="{EA9829F4-DD59-4144-B262-201441358100}">
      <dgm:prSet/>
      <dgm:spPr/>
      <dgm:t>
        <a:bodyPr/>
        <a:lstStyle/>
        <a:p>
          <a:endParaRPr lang="en-GB"/>
        </a:p>
      </dgm:t>
    </dgm:pt>
    <dgm:pt modelId="{72C9ABE3-CC4E-7647-9829-5A8FF4A0446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b="0" i="0" dirty="0">
              <a:latin typeface="Aptos" panose="020B0004020202020204" pitchFamily="34" charset="0"/>
              <a:ea typeface="ADLaM Display" panose="02010000000000000000" pitchFamily="2" charset="77"/>
              <a:cs typeface="ADLaM Display" panose="02010000000000000000" pitchFamily="2" charset="77"/>
            </a:rPr>
            <a:t>Generalization tested </a:t>
          </a:r>
          <a:r>
            <a:rPr lang="en-IN" sz="1200" b="1" i="0" dirty="0">
              <a:latin typeface="Aptos" panose="020B0004020202020204" pitchFamily="34" charset="0"/>
              <a:ea typeface="ADLaM Display" panose="02010000000000000000" pitchFamily="2" charset="77"/>
              <a:cs typeface="ADLaM Display" panose="02010000000000000000" pitchFamily="2" charset="77"/>
            </a:rPr>
            <a:t>temporally</a:t>
          </a:r>
          <a:r>
            <a:rPr lang="en-IN" sz="1200" b="0" i="0" dirty="0">
              <a:latin typeface="Aptos" panose="020B0004020202020204" pitchFamily="34" charset="0"/>
              <a:ea typeface="ADLaM Display" panose="02010000000000000000" pitchFamily="2" charset="77"/>
              <a:cs typeface="ADLaM Display" panose="02010000000000000000" pitchFamily="2" charset="77"/>
            </a:rPr>
            <a:t>, not cross-sectionally</a:t>
          </a:r>
        </a:p>
      </dgm:t>
    </dgm:pt>
    <dgm:pt modelId="{FD288313-95CF-5144-88FD-E7DC8106633F}" type="parTrans" cxnId="{F68D378C-5051-2041-8D78-10A1018D2A26}">
      <dgm:prSet/>
      <dgm:spPr/>
      <dgm:t>
        <a:bodyPr/>
        <a:lstStyle/>
        <a:p>
          <a:endParaRPr lang="en-GB"/>
        </a:p>
      </dgm:t>
    </dgm:pt>
    <dgm:pt modelId="{38AF7852-3AB1-1A47-B341-35FC3A13F34B}" type="sibTrans" cxnId="{F68D378C-5051-2041-8D78-10A1018D2A26}">
      <dgm:prSet/>
      <dgm:spPr/>
      <dgm:t>
        <a:bodyPr/>
        <a:lstStyle/>
        <a:p>
          <a:endParaRPr lang="en-GB"/>
        </a:p>
      </dgm:t>
    </dgm:pt>
    <dgm:pt modelId="{FD5E6D1C-4377-1840-8706-D31DEA925927}" type="pres">
      <dgm:prSet presAssocID="{60AA6472-4C90-7B42-B631-6204764ECCC0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</dgm:pt>
    <dgm:pt modelId="{4789CEFE-1BD4-0543-A700-6B821FEE647F}" type="pres">
      <dgm:prSet presAssocID="{2FF04243-5741-2246-9404-787FD82EFB5A}" presName="root" presStyleCnt="0">
        <dgm:presLayoutVars>
          <dgm:chMax/>
          <dgm:chPref val="4"/>
        </dgm:presLayoutVars>
      </dgm:prSet>
      <dgm:spPr/>
    </dgm:pt>
    <dgm:pt modelId="{07A43035-84DD-6B4D-B899-85D34C84FFEA}" type="pres">
      <dgm:prSet presAssocID="{2FF04243-5741-2246-9404-787FD82EFB5A}" presName="rootComposite" presStyleCnt="0">
        <dgm:presLayoutVars/>
      </dgm:prSet>
      <dgm:spPr/>
    </dgm:pt>
    <dgm:pt modelId="{EDBE139B-A0B2-464C-A36B-E5B1B46F9B1C}" type="pres">
      <dgm:prSet presAssocID="{2FF04243-5741-2246-9404-787FD82EFB5A}" presName="rootText" presStyleLbl="node0" presStyleIdx="0" presStyleCnt="1">
        <dgm:presLayoutVars>
          <dgm:chMax/>
          <dgm:chPref val="4"/>
        </dgm:presLayoutVars>
      </dgm:prSet>
      <dgm:spPr/>
    </dgm:pt>
    <dgm:pt modelId="{2D91615B-FE62-EF4D-A839-4F4A2C895B6C}" type="pres">
      <dgm:prSet presAssocID="{2FF04243-5741-2246-9404-787FD82EFB5A}" presName="childShape" presStyleCnt="0">
        <dgm:presLayoutVars>
          <dgm:chMax val="0"/>
          <dgm:chPref val="0"/>
        </dgm:presLayoutVars>
      </dgm:prSet>
      <dgm:spPr/>
    </dgm:pt>
    <dgm:pt modelId="{D9C3CDC7-C11F-FF47-899B-78EDE4F0198B}" type="pres">
      <dgm:prSet presAssocID="{7B3CC8D3-0020-034D-9F70-419270448C49}" presName="childComposite" presStyleCnt="0">
        <dgm:presLayoutVars>
          <dgm:chMax val="0"/>
          <dgm:chPref val="0"/>
        </dgm:presLayoutVars>
      </dgm:prSet>
      <dgm:spPr/>
    </dgm:pt>
    <dgm:pt modelId="{174F24B8-C4C1-3943-B833-FF43511CE1F8}" type="pres">
      <dgm:prSet presAssocID="{7B3CC8D3-0020-034D-9F70-419270448C49}" presName="Image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1 with solid fill"/>
        </a:ext>
      </dgm:extLst>
    </dgm:pt>
    <dgm:pt modelId="{F7BD2A04-BB96-8B4B-8F29-F3B0342B4E96}" type="pres">
      <dgm:prSet presAssocID="{7B3CC8D3-0020-034D-9F70-419270448C49}" presName="childText" presStyleLbl="lnNode1" presStyleIdx="0" presStyleCnt="3" custScaleY="181087">
        <dgm:presLayoutVars>
          <dgm:chMax val="0"/>
          <dgm:chPref val="0"/>
          <dgm:bulletEnabled val="1"/>
        </dgm:presLayoutVars>
      </dgm:prSet>
      <dgm:spPr/>
    </dgm:pt>
    <dgm:pt modelId="{ED3D3CA8-95A0-964F-ABAE-0ABE302FAA74}" type="pres">
      <dgm:prSet presAssocID="{3AD8E43C-43B4-7E49-A68C-B721096BE646}" presName="childComposite" presStyleCnt="0">
        <dgm:presLayoutVars>
          <dgm:chMax val="0"/>
          <dgm:chPref val="0"/>
        </dgm:presLayoutVars>
      </dgm:prSet>
      <dgm:spPr/>
    </dgm:pt>
    <dgm:pt modelId="{C7BA6CCD-1392-B74D-B441-12AD337AF6C4}" type="pres">
      <dgm:prSet presAssocID="{3AD8E43C-43B4-7E49-A68C-B721096BE646}" presName="Image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with solid fill"/>
        </a:ext>
      </dgm:extLst>
    </dgm:pt>
    <dgm:pt modelId="{A1047FAC-BCEB-9C4D-A4E7-B824C0BDCD86}" type="pres">
      <dgm:prSet presAssocID="{3AD8E43C-43B4-7E49-A68C-B721096BE646}" presName="childText" presStyleLbl="lnNode1" presStyleIdx="1" presStyleCnt="3" custScaleY="138998">
        <dgm:presLayoutVars>
          <dgm:chMax val="0"/>
          <dgm:chPref val="0"/>
          <dgm:bulletEnabled val="1"/>
        </dgm:presLayoutVars>
      </dgm:prSet>
      <dgm:spPr/>
    </dgm:pt>
    <dgm:pt modelId="{A13E4F09-4717-E64E-805D-AA8280A203A9}" type="pres">
      <dgm:prSet presAssocID="{7BC72317-F3E9-5F48-953B-E6DABA6AAACE}" presName="childComposite" presStyleCnt="0">
        <dgm:presLayoutVars>
          <dgm:chMax val="0"/>
          <dgm:chPref val="0"/>
        </dgm:presLayoutVars>
      </dgm:prSet>
      <dgm:spPr/>
    </dgm:pt>
    <dgm:pt modelId="{4E81E794-4990-DB42-B1E1-68BB780ADC16}" type="pres">
      <dgm:prSet presAssocID="{7BC72317-F3E9-5F48-953B-E6DABA6AAACE}" presName="Image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3 with solid fill"/>
        </a:ext>
      </dgm:extLst>
    </dgm:pt>
    <dgm:pt modelId="{BFE73E1C-9C26-C741-AE60-B79B4A98C4DD}" type="pres">
      <dgm:prSet presAssocID="{7BC72317-F3E9-5F48-953B-E6DABA6AAACE}" presName="childText" presStyleLbl="lnNode1" presStyleIdx="2" presStyleCnt="3" custScaleY="137192">
        <dgm:presLayoutVars>
          <dgm:chMax val="0"/>
          <dgm:chPref val="0"/>
          <dgm:bulletEnabled val="1"/>
        </dgm:presLayoutVars>
      </dgm:prSet>
      <dgm:spPr/>
    </dgm:pt>
  </dgm:ptLst>
  <dgm:cxnLst>
    <dgm:cxn modelId="{E467150D-EEE8-834F-8C6B-3102323D6097}" type="presOf" srcId="{7BC72317-F3E9-5F48-953B-E6DABA6AAACE}" destId="{BFE73E1C-9C26-C741-AE60-B79B4A98C4DD}" srcOrd="0" destOrd="0" presId="urn:microsoft.com/office/officeart/2008/layout/PictureAccentList"/>
    <dgm:cxn modelId="{35961416-73D7-CF4C-BD16-AEA2492F80E7}" srcId="{7B3CC8D3-0020-034D-9F70-419270448C49}" destId="{243ADE02-24E0-BD43-9253-B7712FDC3856}" srcOrd="3" destOrd="0" parTransId="{9A42563C-850E-CE43-8AFA-C6FF15E07F53}" sibTransId="{E5D07159-2326-9740-ABEF-DCAA27600A8D}"/>
    <dgm:cxn modelId="{77AE6A17-8416-BA4E-AB9C-EF642077AA94}" type="presOf" srcId="{FB6FB59B-87EF-D24F-9EAD-8E104FEB1899}" destId="{F7BD2A04-BB96-8B4B-8F29-F3B0342B4E96}" srcOrd="0" destOrd="2" presId="urn:microsoft.com/office/officeart/2008/layout/PictureAccentList"/>
    <dgm:cxn modelId="{F0293A28-A2FC-7940-8B55-C408B728AF04}" srcId="{2FF04243-5741-2246-9404-787FD82EFB5A}" destId="{7B3CC8D3-0020-034D-9F70-419270448C49}" srcOrd="0" destOrd="0" parTransId="{169AF60A-4FC7-0A41-B8D5-B3FD78D52D29}" sibTransId="{1F141BA1-A7B4-CB48-955C-EEB498EAC239}"/>
    <dgm:cxn modelId="{472DAF29-C354-7B44-890B-56E38DEE890E}" srcId="{7B3CC8D3-0020-034D-9F70-419270448C49}" destId="{05E5EC0B-3E91-7E4F-A9E6-822BB512B862}" srcOrd="0" destOrd="0" parTransId="{38047365-4938-F84C-9075-252225D7D3B1}" sibTransId="{5634F7E5-A803-9E41-AD5C-B9C4A82A8E02}"/>
    <dgm:cxn modelId="{3A158B2E-1953-2244-8E4A-6B2D229DCCE4}" type="presOf" srcId="{72C9ABE3-CC4E-7647-9829-5A8FF4A04466}" destId="{BFE73E1C-9C26-C741-AE60-B79B4A98C4DD}" srcOrd="0" destOrd="3" presId="urn:microsoft.com/office/officeart/2008/layout/PictureAccentList"/>
    <dgm:cxn modelId="{7C7EFC2E-4F5E-2348-89E3-0FF2F71239D4}" srcId="{7BC72317-F3E9-5F48-953B-E6DABA6AAACE}" destId="{2F733B16-3ABC-0D4E-B9A7-6742AB6BAB2C}" srcOrd="0" destOrd="0" parTransId="{565DE278-3CDF-F844-BDB9-9B2CFC6F5588}" sibTransId="{3AC17576-431F-A64D-B830-1DE7D1071559}"/>
    <dgm:cxn modelId="{E9613A33-43BF-F943-80B2-F64442636556}" srcId="{60AA6472-4C90-7B42-B631-6204764ECCC0}" destId="{2FF04243-5741-2246-9404-787FD82EFB5A}" srcOrd="0" destOrd="0" parTransId="{8A1DFD85-DF2A-FF40-80D9-E37E77FCF30E}" sibTransId="{803B9831-070B-7647-BCD2-512454CF9FFC}"/>
    <dgm:cxn modelId="{CCDD8D3A-4BAA-2547-93F5-EFB0EB7B8937}" type="presOf" srcId="{C24ECFE7-09BA-F642-8874-B84F87A8904D}" destId="{BFE73E1C-9C26-C741-AE60-B79B4A98C4DD}" srcOrd="0" destOrd="2" presId="urn:microsoft.com/office/officeart/2008/layout/PictureAccentList"/>
    <dgm:cxn modelId="{0B5FAE40-3E63-DD43-9219-3F028E53EC57}" type="presOf" srcId="{243ADE02-24E0-BD43-9253-B7712FDC3856}" destId="{F7BD2A04-BB96-8B4B-8F29-F3B0342B4E96}" srcOrd="0" destOrd="4" presId="urn:microsoft.com/office/officeart/2008/layout/PictureAccentList"/>
    <dgm:cxn modelId="{0DFDF95C-F030-644C-A9A1-85370439BFA7}" type="presOf" srcId="{2F733B16-3ABC-0D4E-B9A7-6742AB6BAB2C}" destId="{BFE73E1C-9C26-C741-AE60-B79B4A98C4DD}" srcOrd="0" destOrd="1" presId="urn:microsoft.com/office/officeart/2008/layout/PictureAccentList"/>
    <dgm:cxn modelId="{04EF9C5E-ED56-774C-9698-5C7F42177E3D}" srcId="{7B3CC8D3-0020-034D-9F70-419270448C49}" destId="{FB6FB59B-87EF-D24F-9EAD-8E104FEB1899}" srcOrd="1" destOrd="0" parTransId="{3555E707-F32E-ED41-B988-361B7708D22B}" sibTransId="{2FEF6D8D-E86E-C04E-84C7-4DE9C3F4046E}"/>
    <dgm:cxn modelId="{BE606E63-3737-DC4E-9A4D-A0D4EE372B0C}" type="presOf" srcId="{05E5EC0B-3E91-7E4F-A9E6-822BB512B862}" destId="{F7BD2A04-BB96-8B4B-8F29-F3B0342B4E96}" srcOrd="0" destOrd="1" presId="urn:microsoft.com/office/officeart/2008/layout/PictureAccentList"/>
    <dgm:cxn modelId="{2884B149-CC20-F047-91AD-77D2AB130CCD}" type="presOf" srcId="{A8565127-FF44-0143-B789-21425D0970CD}" destId="{A1047FAC-BCEB-9C4D-A4E7-B824C0BDCD86}" srcOrd="0" destOrd="1" presId="urn:microsoft.com/office/officeart/2008/layout/PictureAccentList"/>
    <dgm:cxn modelId="{0641876B-C90A-8F48-B9F5-EB70BD80EB62}" srcId="{2FF04243-5741-2246-9404-787FD82EFB5A}" destId="{3AD8E43C-43B4-7E49-A68C-B721096BE646}" srcOrd="1" destOrd="0" parTransId="{DB60195B-655C-7446-96C1-7C1636FE769B}" sibTransId="{728468DC-0771-A947-9EED-43289D6599B5}"/>
    <dgm:cxn modelId="{4926E74B-9CAD-AE41-8C21-9A1759F99501}" srcId="{7B3CC8D3-0020-034D-9F70-419270448C49}" destId="{14B05DCD-8E61-3544-9FBE-9362B186E9DE}" srcOrd="2" destOrd="0" parTransId="{42540B1C-1E11-E343-999E-E3DF2BE064FC}" sibTransId="{67C389A4-B19F-1F4D-B92D-D0CD182343CD}"/>
    <dgm:cxn modelId="{16E0FD7C-D425-1A47-A134-7B18CA327505}" srcId="{3AD8E43C-43B4-7E49-A68C-B721096BE646}" destId="{A8565127-FF44-0143-B789-21425D0970CD}" srcOrd="0" destOrd="0" parTransId="{86B67374-A6E6-E142-A184-AC163796B45B}" sibTransId="{77DE1A84-57B9-464B-866C-1D20D2F9CF32}"/>
    <dgm:cxn modelId="{320D0188-AC57-4A42-8A4E-7E52FCCE8131}" type="presOf" srcId="{7B3CC8D3-0020-034D-9F70-419270448C49}" destId="{F7BD2A04-BB96-8B4B-8F29-F3B0342B4E96}" srcOrd="0" destOrd="0" presId="urn:microsoft.com/office/officeart/2008/layout/PictureAccentList"/>
    <dgm:cxn modelId="{F68D378C-5051-2041-8D78-10A1018D2A26}" srcId="{7BC72317-F3E9-5F48-953B-E6DABA6AAACE}" destId="{72C9ABE3-CC4E-7647-9829-5A8FF4A04466}" srcOrd="2" destOrd="0" parTransId="{FD288313-95CF-5144-88FD-E7DC8106633F}" sibTransId="{38AF7852-3AB1-1A47-B341-35FC3A13F34B}"/>
    <dgm:cxn modelId="{279D6CA0-813D-4E4D-BCB2-532192F54887}" type="presOf" srcId="{85314499-628A-A64B-9E1B-7B156F0652C6}" destId="{A1047FAC-BCEB-9C4D-A4E7-B824C0BDCD86}" srcOrd="0" destOrd="3" presId="urn:microsoft.com/office/officeart/2008/layout/PictureAccentList"/>
    <dgm:cxn modelId="{181462C2-C7AF-E443-8D76-407B4521DEA6}" srcId="{3AD8E43C-43B4-7E49-A68C-B721096BE646}" destId="{106383FF-8AEC-1145-B41B-DE8EE48864E3}" srcOrd="1" destOrd="0" parTransId="{54240F6C-A6AA-E549-AC26-332F09758C8A}" sibTransId="{BF5613D3-53A4-3949-A28B-D892E680715A}"/>
    <dgm:cxn modelId="{22FC18C4-5D07-6B4E-B138-7D615A1630E9}" type="presOf" srcId="{2FF04243-5741-2246-9404-787FD82EFB5A}" destId="{EDBE139B-A0B2-464C-A36B-E5B1B46F9B1C}" srcOrd="0" destOrd="0" presId="urn:microsoft.com/office/officeart/2008/layout/PictureAccentList"/>
    <dgm:cxn modelId="{0E3278D7-6980-7E4A-A2F3-14FF8F3B9801}" type="presOf" srcId="{106383FF-8AEC-1145-B41B-DE8EE48864E3}" destId="{A1047FAC-BCEB-9C4D-A4E7-B824C0BDCD86}" srcOrd="0" destOrd="2" presId="urn:microsoft.com/office/officeart/2008/layout/PictureAccentList"/>
    <dgm:cxn modelId="{43ED54D8-40B7-3645-A676-9BA958CCB44A}" type="presOf" srcId="{14B05DCD-8E61-3544-9FBE-9362B186E9DE}" destId="{F7BD2A04-BB96-8B4B-8F29-F3B0342B4E96}" srcOrd="0" destOrd="3" presId="urn:microsoft.com/office/officeart/2008/layout/PictureAccentList"/>
    <dgm:cxn modelId="{95DCFDE0-B192-8242-AFA1-D8036DB1B36E}" srcId="{2FF04243-5741-2246-9404-787FD82EFB5A}" destId="{7BC72317-F3E9-5F48-953B-E6DABA6AAACE}" srcOrd="2" destOrd="0" parTransId="{8802D85F-68F3-5847-9E2B-A513AAEAA44D}" sibTransId="{DC8096F1-7A22-E448-8534-AB559E3D4915}"/>
    <dgm:cxn modelId="{A96ED8E1-9217-5947-A38E-66B71C012286}" type="presOf" srcId="{60AA6472-4C90-7B42-B631-6204764ECCC0}" destId="{FD5E6D1C-4377-1840-8706-D31DEA925927}" srcOrd="0" destOrd="0" presId="urn:microsoft.com/office/officeart/2008/layout/PictureAccentList"/>
    <dgm:cxn modelId="{F7955AEB-2BA1-8447-A93C-0D91AC842EA1}" type="presOf" srcId="{3AD8E43C-43B4-7E49-A68C-B721096BE646}" destId="{A1047FAC-BCEB-9C4D-A4E7-B824C0BDCD86}" srcOrd="0" destOrd="0" presId="urn:microsoft.com/office/officeart/2008/layout/PictureAccentList"/>
    <dgm:cxn modelId="{EA9829F4-DD59-4144-B262-201441358100}" srcId="{7BC72317-F3E9-5F48-953B-E6DABA6AAACE}" destId="{C24ECFE7-09BA-F642-8874-B84F87A8904D}" srcOrd="1" destOrd="0" parTransId="{CB9AC7BC-5D3B-9B46-8695-4FB791741CB7}" sibTransId="{17169C78-90C2-9940-B903-68CB24948BD5}"/>
    <dgm:cxn modelId="{F832B9FA-B274-564A-A0AD-51F8C0A1848A}" srcId="{3AD8E43C-43B4-7E49-A68C-B721096BE646}" destId="{85314499-628A-A64B-9E1B-7B156F0652C6}" srcOrd="2" destOrd="0" parTransId="{AB059123-8794-FE4C-8C02-6D43328810D7}" sibTransId="{805F9BB6-A57D-EB4B-BE57-ECCC5CF40F88}"/>
    <dgm:cxn modelId="{F9A19334-2D15-7243-9E78-83C84DA7B768}" type="presParOf" srcId="{FD5E6D1C-4377-1840-8706-D31DEA925927}" destId="{4789CEFE-1BD4-0543-A700-6B821FEE647F}" srcOrd="0" destOrd="0" presId="urn:microsoft.com/office/officeart/2008/layout/PictureAccentList"/>
    <dgm:cxn modelId="{17AEC105-5D30-0046-909C-34696920DD12}" type="presParOf" srcId="{4789CEFE-1BD4-0543-A700-6B821FEE647F}" destId="{07A43035-84DD-6B4D-B899-85D34C84FFEA}" srcOrd="0" destOrd="0" presId="urn:microsoft.com/office/officeart/2008/layout/PictureAccentList"/>
    <dgm:cxn modelId="{E9AE8E9B-A848-6747-BE59-65535D1E4C06}" type="presParOf" srcId="{07A43035-84DD-6B4D-B899-85D34C84FFEA}" destId="{EDBE139B-A0B2-464C-A36B-E5B1B46F9B1C}" srcOrd="0" destOrd="0" presId="urn:microsoft.com/office/officeart/2008/layout/PictureAccentList"/>
    <dgm:cxn modelId="{2F40C268-6620-2345-9AB7-0381C6354C67}" type="presParOf" srcId="{4789CEFE-1BD4-0543-A700-6B821FEE647F}" destId="{2D91615B-FE62-EF4D-A839-4F4A2C895B6C}" srcOrd="1" destOrd="0" presId="urn:microsoft.com/office/officeart/2008/layout/PictureAccentList"/>
    <dgm:cxn modelId="{3A050623-774C-6B4C-B31B-927C2B5252FE}" type="presParOf" srcId="{2D91615B-FE62-EF4D-A839-4F4A2C895B6C}" destId="{D9C3CDC7-C11F-FF47-899B-78EDE4F0198B}" srcOrd="0" destOrd="0" presId="urn:microsoft.com/office/officeart/2008/layout/PictureAccentList"/>
    <dgm:cxn modelId="{86B33A8E-5456-EA49-91B8-8EC46692CBD7}" type="presParOf" srcId="{D9C3CDC7-C11F-FF47-899B-78EDE4F0198B}" destId="{174F24B8-C4C1-3943-B833-FF43511CE1F8}" srcOrd="0" destOrd="0" presId="urn:microsoft.com/office/officeart/2008/layout/PictureAccentList"/>
    <dgm:cxn modelId="{1E1B2851-0504-AB49-AE3E-147C2B47D278}" type="presParOf" srcId="{D9C3CDC7-C11F-FF47-899B-78EDE4F0198B}" destId="{F7BD2A04-BB96-8B4B-8F29-F3B0342B4E96}" srcOrd="1" destOrd="0" presId="urn:microsoft.com/office/officeart/2008/layout/PictureAccentList"/>
    <dgm:cxn modelId="{672036D9-E571-4E45-8F81-ED136B035C0C}" type="presParOf" srcId="{2D91615B-FE62-EF4D-A839-4F4A2C895B6C}" destId="{ED3D3CA8-95A0-964F-ABAE-0ABE302FAA74}" srcOrd="1" destOrd="0" presId="urn:microsoft.com/office/officeart/2008/layout/PictureAccentList"/>
    <dgm:cxn modelId="{202AA9BD-6A37-9A43-81E9-E9576EBAF4B7}" type="presParOf" srcId="{ED3D3CA8-95A0-964F-ABAE-0ABE302FAA74}" destId="{C7BA6CCD-1392-B74D-B441-12AD337AF6C4}" srcOrd="0" destOrd="0" presId="urn:microsoft.com/office/officeart/2008/layout/PictureAccentList"/>
    <dgm:cxn modelId="{28379DD4-682C-5E4E-80DB-3D0E54A0447C}" type="presParOf" srcId="{ED3D3CA8-95A0-964F-ABAE-0ABE302FAA74}" destId="{A1047FAC-BCEB-9C4D-A4E7-B824C0BDCD86}" srcOrd="1" destOrd="0" presId="urn:microsoft.com/office/officeart/2008/layout/PictureAccentList"/>
    <dgm:cxn modelId="{E0CBFCC9-6560-FB4C-B7DD-FF2396C51F07}" type="presParOf" srcId="{2D91615B-FE62-EF4D-A839-4F4A2C895B6C}" destId="{A13E4F09-4717-E64E-805D-AA8280A203A9}" srcOrd="2" destOrd="0" presId="urn:microsoft.com/office/officeart/2008/layout/PictureAccentList"/>
    <dgm:cxn modelId="{1B821375-1169-1347-9F59-3DBE5BCF771D}" type="presParOf" srcId="{A13E4F09-4717-E64E-805D-AA8280A203A9}" destId="{4E81E794-4990-DB42-B1E1-68BB780ADC16}" srcOrd="0" destOrd="0" presId="urn:microsoft.com/office/officeart/2008/layout/PictureAccentList"/>
    <dgm:cxn modelId="{8395F3FB-64F0-2742-9E44-48CBDE8C6783}" type="presParOf" srcId="{A13E4F09-4717-E64E-805D-AA8280A203A9}" destId="{BFE73E1C-9C26-C741-AE60-B79B4A98C4DD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EA160E8-E2C1-1342-A3A9-F0BCB44A557F}" type="doc">
      <dgm:prSet loTypeId="urn:microsoft.com/office/officeart/2005/8/layout/vList4" loCatId="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GB"/>
        </a:p>
      </dgm:t>
    </dgm:pt>
    <dgm:pt modelId="{CFEEA224-602E-6F42-A692-A30CA684228E}" type="pres">
      <dgm:prSet presAssocID="{0EA160E8-E2C1-1342-A3A9-F0BCB44A557F}" presName="linear" presStyleCnt="0">
        <dgm:presLayoutVars>
          <dgm:dir/>
          <dgm:resizeHandles val="exact"/>
        </dgm:presLayoutVars>
      </dgm:prSet>
      <dgm:spPr/>
    </dgm:pt>
  </dgm:ptLst>
  <dgm:cxnLst>
    <dgm:cxn modelId="{B74F1CF4-CCB7-AA4B-8D0F-B37AFBAD9931}" type="presOf" srcId="{0EA160E8-E2C1-1342-A3A9-F0BCB44A557F}" destId="{CFEEA224-602E-6F42-A692-A30CA684228E}" srcOrd="0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0AA6472-4C90-7B42-B631-6204764ECCC0}" type="doc">
      <dgm:prSet loTypeId="urn:microsoft.com/office/officeart/2008/layout/PictureAccent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2FF04243-5741-2246-9404-787FD82EFB5A}">
      <dgm:prSet phldrT="[Text]" custT="1"/>
      <dgm:spPr/>
      <dgm:t>
        <a:bodyPr/>
        <a:lstStyle/>
        <a:p>
          <a:pPr>
            <a:buNone/>
          </a:pPr>
          <a:r>
            <a:rPr lang="en-GB" sz="2600" b="1" i="0" u="none" dirty="0">
              <a:latin typeface="Aptos" panose="020B0004020202020204" pitchFamily="34" charset="0"/>
            </a:rPr>
            <a:t>FUTURE SCOPE &amp; ROADMAP </a:t>
          </a:r>
          <a:r>
            <a:rPr lang="en-GB" sz="2200" b="1" i="0" u="none" dirty="0">
              <a:latin typeface="Aptos" panose="020B0004020202020204" pitchFamily="34" charset="0"/>
            </a:rPr>
            <a:t>Moving from Signal Generation to Fund Management</a:t>
          </a:r>
          <a:endParaRPr lang="en-GB" sz="2200" b="1" dirty="0">
            <a:latin typeface="Aptos" panose="020B0004020202020204" pitchFamily="34" charset="0"/>
          </a:endParaRPr>
        </a:p>
      </dgm:t>
    </dgm:pt>
    <dgm:pt modelId="{8A1DFD85-DF2A-FF40-80D9-E37E77FCF30E}" type="parTrans" cxnId="{E9613A33-43BF-F943-80B2-F64442636556}">
      <dgm:prSet/>
      <dgm:spPr/>
      <dgm:t>
        <a:bodyPr/>
        <a:lstStyle/>
        <a:p>
          <a:endParaRPr lang="en-GB"/>
        </a:p>
      </dgm:t>
    </dgm:pt>
    <dgm:pt modelId="{803B9831-070B-7647-BCD2-512454CF9FFC}" type="sibTrans" cxnId="{E9613A33-43BF-F943-80B2-F64442636556}">
      <dgm:prSet/>
      <dgm:spPr/>
      <dgm:t>
        <a:bodyPr/>
        <a:lstStyle/>
        <a:p>
          <a:endParaRPr lang="en-GB"/>
        </a:p>
      </dgm:t>
    </dgm:pt>
    <dgm:pt modelId="{7B3CC8D3-0020-034D-9F70-419270448C49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b="1" dirty="0">
              <a:latin typeface="Aptos" panose="020B0004020202020204" pitchFamily="34" charset="0"/>
            </a:rPr>
            <a:t>From Single-Stock to Portfolio:</a:t>
          </a:r>
          <a:endParaRPr lang="en-IN" sz="1400" b="1" i="0" dirty="0">
            <a:latin typeface="Aptos" panose="020B0004020202020204" pitchFamily="34" charset="0"/>
          </a:endParaRPr>
        </a:p>
      </dgm:t>
    </dgm:pt>
    <dgm:pt modelId="{169AF60A-4FC7-0A41-B8D5-B3FD78D52D29}" type="parTrans" cxnId="{F0293A28-A2FC-7940-8B55-C408B728AF04}">
      <dgm:prSet/>
      <dgm:spPr/>
      <dgm:t>
        <a:bodyPr/>
        <a:lstStyle/>
        <a:p>
          <a:endParaRPr lang="en-GB"/>
        </a:p>
      </dgm:t>
    </dgm:pt>
    <dgm:pt modelId="{1F141BA1-A7B4-CB48-955C-EEB498EAC239}" type="sibTrans" cxnId="{F0293A28-A2FC-7940-8B55-C408B728AF04}">
      <dgm:prSet/>
      <dgm:spPr/>
      <dgm:t>
        <a:bodyPr/>
        <a:lstStyle/>
        <a:p>
          <a:endParaRPr lang="en-GB"/>
        </a:p>
      </dgm:t>
    </dgm:pt>
    <dgm:pt modelId="{3AD8E43C-43B4-7E49-A68C-B721096BE646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b="1" dirty="0">
              <a:latin typeface="Aptos" panose="020B0004020202020204" pitchFamily="34" charset="0"/>
            </a:rPr>
            <a:t>Dynamic Regime Adaptation:</a:t>
          </a:r>
          <a:endParaRPr lang="en-IN" sz="1400" b="1" i="0" dirty="0">
            <a:latin typeface="Aptos" panose="020B0004020202020204" pitchFamily="34" charset="0"/>
          </a:endParaRPr>
        </a:p>
      </dgm:t>
    </dgm:pt>
    <dgm:pt modelId="{DB60195B-655C-7446-96C1-7C1636FE769B}" type="parTrans" cxnId="{0641876B-C90A-8F48-B9F5-EB70BD80EB62}">
      <dgm:prSet/>
      <dgm:spPr/>
      <dgm:t>
        <a:bodyPr/>
        <a:lstStyle/>
        <a:p>
          <a:endParaRPr lang="en-GB"/>
        </a:p>
      </dgm:t>
    </dgm:pt>
    <dgm:pt modelId="{728468DC-0771-A947-9EED-43289D6599B5}" type="sibTrans" cxnId="{0641876B-C90A-8F48-B9F5-EB70BD80EB62}">
      <dgm:prSet/>
      <dgm:spPr/>
      <dgm:t>
        <a:bodyPr/>
        <a:lstStyle/>
        <a:p>
          <a:endParaRPr lang="en-GB"/>
        </a:p>
      </dgm:t>
    </dgm:pt>
    <dgm:pt modelId="{7BC72317-F3E9-5F48-953B-E6DABA6AAACE}">
      <dgm:prSet custT="1"/>
      <dgm:spPr/>
      <dgm:t>
        <a:bodyPr/>
        <a:lstStyle/>
        <a:p>
          <a:pPr>
            <a:buNone/>
          </a:pPr>
          <a:r>
            <a:rPr lang="en-IN" sz="1400" b="1" dirty="0">
              <a:latin typeface="Aptos" panose="020B0004020202020204" pitchFamily="34" charset="0"/>
            </a:rPr>
            <a:t>Production Hardening:</a:t>
          </a:r>
          <a:endParaRPr lang="en-GB" sz="1400" b="1" dirty="0">
            <a:latin typeface="Aptos" panose="020B0004020202020204" pitchFamily="34" charset="0"/>
            <a:ea typeface="ADLaM Display" panose="02010000000000000000" pitchFamily="2" charset="77"/>
            <a:cs typeface="ADLaM Display" panose="02010000000000000000" pitchFamily="2" charset="77"/>
          </a:endParaRPr>
        </a:p>
      </dgm:t>
    </dgm:pt>
    <dgm:pt modelId="{8802D85F-68F3-5847-9E2B-A513AAEAA44D}" type="parTrans" cxnId="{95DCFDE0-B192-8242-AFA1-D8036DB1B36E}">
      <dgm:prSet/>
      <dgm:spPr/>
      <dgm:t>
        <a:bodyPr/>
        <a:lstStyle/>
        <a:p>
          <a:endParaRPr lang="en-GB"/>
        </a:p>
      </dgm:t>
    </dgm:pt>
    <dgm:pt modelId="{DC8096F1-7A22-E448-8534-AB559E3D4915}" type="sibTrans" cxnId="{95DCFDE0-B192-8242-AFA1-D8036DB1B36E}">
      <dgm:prSet/>
      <dgm:spPr/>
      <dgm:t>
        <a:bodyPr/>
        <a:lstStyle/>
        <a:p>
          <a:endParaRPr lang="en-GB"/>
        </a:p>
      </dgm:t>
    </dgm:pt>
    <dgm:pt modelId="{7DF39719-61AF-8A4F-8742-A1ED7D22CCC6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dirty="0">
              <a:latin typeface="Aptos" panose="020B0004020202020204" pitchFamily="34" charset="0"/>
            </a:rPr>
            <a:t> Deploy strategy across Nifty 50 universe to diversify idiosyncratic risk.</a:t>
          </a:r>
          <a:endParaRPr lang="en-IN" sz="1400" b="1" i="0" dirty="0">
            <a:latin typeface="Aptos" panose="020B0004020202020204" pitchFamily="34" charset="0"/>
          </a:endParaRPr>
        </a:p>
      </dgm:t>
    </dgm:pt>
    <dgm:pt modelId="{0A5C69C4-50BB-6F48-AAE6-393303396DC0}" type="sibTrans" cxnId="{953908CE-A7C0-BC49-BDC8-C5320732C16B}">
      <dgm:prSet/>
      <dgm:spPr/>
      <dgm:t>
        <a:bodyPr/>
        <a:lstStyle/>
        <a:p>
          <a:endParaRPr lang="en-GB"/>
        </a:p>
      </dgm:t>
    </dgm:pt>
    <dgm:pt modelId="{4BF7AE19-8B55-9246-91D6-C56EA16DE05F}" type="parTrans" cxnId="{953908CE-A7C0-BC49-BDC8-C5320732C16B}">
      <dgm:prSet/>
      <dgm:spPr/>
      <dgm:t>
        <a:bodyPr/>
        <a:lstStyle/>
        <a:p>
          <a:endParaRPr lang="en-GB"/>
        </a:p>
      </dgm:t>
    </dgm:pt>
    <dgm:pt modelId="{88A4445D-151A-CD41-A4BD-DCF9CBA90F37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dirty="0">
              <a:latin typeface="Aptos" panose="020B0004020202020204" pitchFamily="34" charset="0"/>
            </a:rPr>
            <a:t>Instead of fixed thresholds (0.55), </a:t>
          </a:r>
          <a:endParaRPr lang="en-IN" sz="1400" b="0" i="0" dirty="0">
            <a:latin typeface="Aptos" panose="020B0004020202020204" pitchFamily="34" charset="0"/>
          </a:endParaRPr>
        </a:p>
      </dgm:t>
    </dgm:pt>
    <dgm:pt modelId="{85F2BF60-6DC0-5947-B14A-091873C099D9}" type="parTrans" cxnId="{6E8EDD81-44DF-A14A-9117-C513077097B5}">
      <dgm:prSet/>
      <dgm:spPr/>
      <dgm:t>
        <a:bodyPr/>
        <a:lstStyle/>
        <a:p>
          <a:endParaRPr lang="en-GB"/>
        </a:p>
      </dgm:t>
    </dgm:pt>
    <dgm:pt modelId="{E1F1BD91-B8DC-FD43-81E9-68B074E66C03}" type="sibTrans" cxnId="{6E8EDD81-44DF-A14A-9117-C513077097B5}">
      <dgm:prSet/>
      <dgm:spPr/>
      <dgm:t>
        <a:bodyPr/>
        <a:lstStyle/>
        <a:p>
          <a:endParaRPr lang="en-GB"/>
        </a:p>
      </dgm:t>
    </dgm:pt>
    <dgm:pt modelId="{9EB368E7-3B40-9040-B570-996F820EC295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dirty="0">
              <a:latin typeface="Aptos" panose="020B0004020202020204" pitchFamily="34" charset="0"/>
            </a:rPr>
            <a:t>implement Adaptive Thresholding based on real-time market volatility</a:t>
          </a:r>
          <a:endParaRPr lang="en-IN" sz="1400" b="0" i="0" dirty="0">
            <a:latin typeface="Aptos" panose="020B0004020202020204" pitchFamily="34" charset="0"/>
          </a:endParaRPr>
        </a:p>
      </dgm:t>
    </dgm:pt>
    <dgm:pt modelId="{F66143BC-F0E8-2948-A56E-91D2973BDA6F}" type="parTrans" cxnId="{86614A88-ED8B-4248-98F5-EBD4F7B50431}">
      <dgm:prSet/>
      <dgm:spPr/>
      <dgm:t>
        <a:bodyPr/>
        <a:lstStyle/>
        <a:p>
          <a:endParaRPr lang="en-GB"/>
        </a:p>
      </dgm:t>
    </dgm:pt>
    <dgm:pt modelId="{1006E58E-0686-0A45-9898-B94B20A48E10}" type="sibTrans" cxnId="{86614A88-ED8B-4248-98F5-EBD4F7B50431}">
      <dgm:prSet/>
      <dgm:spPr/>
      <dgm:t>
        <a:bodyPr/>
        <a:lstStyle/>
        <a:p>
          <a:endParaRPr lang="en-GB"/>
        </a:p>
      </dgm:t>
    </dgm:pt>
    <dgm:pt modelId="{7E6CB660-1CDC-6148-8B59-D3207FE73DA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400" dirty="0">
              <a:latin typeface="Aptos" panose="020B0004020202020204" pitchFamily="34" charset="0"/>
            </a:rPr>
            <a:t>Deploy Slippage Modelling and Transaction Cost Optimization to simulate realistic institutional trading environments.</a:t>
          </a:r>
          <a:endParaRPr lang="en-GB" sz="1400" dirty="0">
            <a:latin typeface="Aptos" panose="020B0004020202020204" pitchFamily="34" charset="0"/>
            <a:ea typeface="ADLaM Display" panose="02010000000000000000" pitchFamily="2" charset="77"/>
            <a:cs typeface="ADLaM Display" panose="02010000000000000000" pitchFamily="2" charset="77"/>
          </a:endParaRPr>
        </a:p>
      </dgm:t>
    </dgm:pt>
    <dgm:pt modelId="{0714F399-4205-3C4A-ABA1-DD206212296C}" type="parTrans" cxnId="{C7B25AE8-CB2F-5C4A-B2B8-4F9ED53EF54E}">
      <dgm:prSet/>
      <dgm:spPr/>
      <dgm:t>
        <a:bodyPr/>
        <a:lstStyle/>
        <a:p>
          <a:endParaRPr lang="en-GB"/>
        </a:p>
      </dgm:t>
    </dgm:pt>
    <dgm:pt modelId="{A4F4546C-3837-364F-B7BF-6412673E77E7}" type="sibTrans" cxnId="{C7B25AE8-CB2F-5C4A-B2B8-4F9ED53EF54E}">
      <dgm:prSet/>
      <dgm:spPr/>
      <dgm:t>
        <a:bodyPr/>
        <a:lstStyle/>
        <a:p>
          <a:endParaRPr lang="en-GB"/>
        </a:p>
      </dgm:t>
    </dgm:pt>
    <dgm:pt modelId="{FD5E6D1C-4377-1840-8706-D31DEA925927}" type="pres">
      <dgm:prSet presAssocID="{60AA6472-4C90-7B42-B631-6204764ECCC0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</dgm:pt>
    <dgm:pt modelId="{4789CEFE-1BD4-0543-A700-6B821FEE647F}" type="pres">
      <dgm:prSet presAssocID="{2FF04243-5741-2246-9404-787FD82EFB5A}" presName="root" presStyleCnt="0">
        <dgm:presLayoutVars>
          <dgm:chMax/>
          <dgm:chPref val="4"/>
        </dgm:presLayoutVars>
      </dgm:prSet>
      <dgm:spPr/>
    </dgm:pt>
    <dgm:pt modelId="{07A43035-84DD-6B4D-B899-85D34C84FFEA}" type="pres">
      <dgm:prSet presAssocID="{2FF04243-5741-2246-9404-787FD82EFB5A}" presName="rootComposite" presStyleCnt="0">
        <dgm:presLayoutVars/>
      </dgm:prSet>
      <dgm:spPr/>
    </dgm:pt>
    <dgm:pt modelId="{EDBE139B-A0B2-464C-A36B-E5B1B46F9B1C}" type="pres">
      <dgm:prSet presAssocID="{2FF04243-5741-2246-9404-787FD82EFB5A}" presName="rootText" presStyleLbl="node0" presStyleIdx="0" presStyleCnt="1" custScaleY="158964">
        <dgm:presLayoutVars>
          <dgm:chMax/>
          <dgm:chPref val="4"/>
        </dgm:presLayoutVars>
      </dgm:prSet>
      <dgm:spPr/>
    </dgm:pt>
    <dgm:pt modelId="{2D91615B-FE62-EF4D-A839-4F4A2C895B6C}" type="pres">
      <dgm:prSet presAssocID="{2FF04243-5741-2246-9404-787FD82EFB5A}" presName="childShape" presStyleCnt="0">
        <dgm:presLayoutVars>
          <dgm:chMax val="0"/>
          <dgm:chPref val="0"/>
        </dgm:presLayoutVars>
      </dgm:prSet>
      <dgm:spPr/>
    </dgm:pt>
    <dgm:pt modelId="{D9C3CDC7-C11F-FF47-899B-78EDE4F0198B}" type="pres">
      <dgm:prSet presAssocID="{7B3CC8D3-0020-034D-9F70-419270448C49}" presName="childComposite" presStyleCnt="0">
        <dgm:presLayoutVars>
          <dgm:chMax val="0"/>
          <dgm:chPref val="0"/>
        </dgm:presLayoutVars>
      </dgm:prSet>
      <dgm:spPr/>
    </dgm:pt>
    <dgm:pt modelId="{174F24B8-C4C1-3943-B833-FF43511CE1F8}" type="pres">
      <dgm:prSet presAssocID="{7B3CC8D3-0020-034D-9F70-419270448C49}" presName="Image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1 with solid fill"/>
        </a:ext>
      </dgm:extLst>
    </dgm:pt>
    <dgm:pt modelId="{F7BD2A04-BB96-8B4B-8F29-F3B0342B4E96}" type="pres">
      <dgm:prSet presAssocID="{7B3CC8D3-0020-034D-9F70-419270448C49}" presName="childText" presStyleLbl="lnNode1" presStyleIdx="0" presStyleCnt="3" custScaleY="181087">
        <dgm:presLayoutVars>
          <dgm:chMax val="0"/>
          <dgm:chPref val="0"/>
          <dgm:bulletEnabled val="1"/>
        </dgm:presLayoutVars>
      </dgm:prSet>
      <dgm:spPr/>
    </dgm:pt>
    <dgm:pt modelId="{ED3D3CA8-95A0-964F-ABAE-0ABE302FAA74}" type="pres">
      <dgm:prSet presAssocID="{3AD8E43C-43B4-7E49-A68C-B721096BE646}" presName="childComposite" presStyleCnt="0">
        <dgm:presLayoutVars>
          <dgm:chMax val="0"/>
          <dgm:chPref val="0"/>
        </dgm:presLayoutVars>
      </dgm:prSet>
      <dgm:spPr/>
    </dgm:pt>
    <dgm:pt modelId="{C7BA6CCD-1392-B74D-B441-12AD337AF6C4}" type="pres">
      <dgm:prSet presAssocID="{3AD8E43C-43B4-7E49-A68C-B721096BE646}" presName="Image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with solid fill"/>
        </a:ext>
      </dgm:extLst>
    </dgm:pt>
    <dgm:pt modelId="{A1047FAC-BCEB-9C4D-A4E7-B824C0BDCD86}" type="pres">
      <dgm:prSet presAssocID="{3AD8E43C-43B4-7E49-A68C-B721096BE646}" presName="childText" presStyleLbl="lnNode1" presStyleIdx="1" presStyleCnt="3" custScaleY="138998">
        <dgm:presLayoutVars>
          <dgm:chMax val="0"/>
          <dgm:chPref val="0"/>
          <dgm:bulletEnabled val="1"/>
        </dgm:presLayoutVars>
      </dgm:prSet>
      <dgm:spPr/>
    </dgm:pt>
    <dgm:pt modelId="{A13E4F09-4717-E64E-805D-AA8280A203A9}" type="pres">
      <dgm:prSet presAssocID="{7BC72317-F3E9-5F48-953B-E6DABA6AAACE}" presName="childComposite" presStyleCnt="0">
        <dgm:presLayoutVars>
          <dgm:chMax val="0"/>
          <dgm:chPref val="0"/>
        </dgm:presLayoutVars>
      </dgm:prSet>
      <dgm:spPr/>
    </dgm:pt>
    <dgm:pt modelId="{4E81E794-4990-DB42-B1E1-68BB780ADC16}" type="pres">
      <dgm:prSet presAssocID="{7BC72317-F3E9-5F48-953B-E6DABA6AAACE}" presName="Image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3 with solid fill"/>
        </a:ext>
      </dgm:extLst>
    </dgm:pt>
    <dgm:pt modelId="{BFE73E1C-9C26-C741-AE60-B79B4A98C4DD}" type="pres">
      <dgm:prSet presAssocID="{7BC72317-F3E9-5F48-953B-E6DABA6AAACE}" presName="childText" presStyleLbl="lnNode1" presStyleIdx="2" presStyleCnt="3" custScaleY="137192">
        <dgm:presLayoutVars>
          <dgm:chMax val="0"/>
          <dgm:chPref val="0"/>
          <dgm:bulletEnabled val="1"/>
        </dgm:presLayoutVars>
      </dgm:prSet>
      <dgm:spPr/>
    </dgm:pt>
  </dgm:ptLst>
  <dgm:cxnLst>
    <dgm:cxn modelId="{44F2A612-17D7-2E4A-9512-E7C1323570B0}" type="presOf" srcId="{7BC72317-F3E9-5F48-953B-E6DABA6AAACE}" destId="{BFE73E1C-9C26-C741-AE60-B79B4A98C4DD}" srcOrd="0" destOrd="0" presId="urn:microsoft.com/office/officeart/2008/layout/PictureAccentList"/>
    <dgm:cxn modelId="{F0293A28-A2FC-7940-8B55-C408B728AF04}" srcId="{2FF04243-5741-2246-9404-787FD82EFB5A}" destId="{7B3CC8D3-0020-034D-9F70-419270448C49}" srcOrd="0" destOrd="0" parTransId="{169AF60A-4FC7-0A41-B8D5-B3FD78D52D29}" sibTransId="{1F141BA1-A7B4-CB48-955C-EEB498EAC239}"/>
    <dgm:cxn modelId="{58815B30-E659-F74C-973E-F28B8F9A52FA}" type="presOf" srcId="{9EB368E7-3B40-9040-B570-996F820EC295}" destId="{A1047FAC-BCEB-9C4D-A4E7-B824C0BDCD86}" srcOrd="0" destOrd="2" presId="urn:microsoft.com/office/officeart/2008/layout/PictureAccentList"/>
    <dgm:cxn modelId="{E9613A33-43BF-F943-80B2-F64442636556}" srcId="{60AA6472-4C90-7B42-B631-6204764ECCC0}" destId="{2FF04243-5741-2246-9404-787FD82EFB5A}" srcOrd="0" destOrd="0" parTransId="{8A1DFD85-DF2A-FF40-80D9-E37E77FCF30E}" sibTransId="{803B9831-070B-7647-BCD2-512454CF9FFC}"/>
    <dgm:cxn modelId="{D4BD6864-487B-1944-BE5E-C2DD1A4E5D5B}" type="presOf" srcId="{3AD8E43C-43B4-7E49-A68C-B721096BE646}" destId="{A1047FAC-BCEB-9C4D-A4E7-B824C0BDCD86}" srcOrd="0" destOrd="0" presId="urn:microsoft.com/office/officeart/2008/layout/PictureAccentList"/>
    <dgm:cxn modelId="{3C5D5E6B-EEFF-8B47-A644-32B17FA740A1}" type="presOf" srcId="{7B3CC8D3-0020-034D-9F70-419270448C49}" destId="{F7BD2A04-BB96-8B4B-8F29-F3B0342B4E96}" srcOrd="0" destOrd="0" presId="urn:microsoft.com/office/officeart/2008/layout/PictureAccentList"/>
    <dgm:cxn modelId="{0641876B-C90A-8F48-B9F5-EB70BD80EB62}" srcId="{2FF04243-5741-2246-9404-787FD82EFB5A}" destId="{3AD8E43C-43B4-7E49-A68C-B721096BE646}" srcOrd="1" destOrd="0" parTransId="{DB60195B-655C-7446-96C1-7C1636FE769B}" sibTransId="{728468DC-0771-A947-9EED-43289D6599B5}"/>
    <dgm:cxn modelId="{6E8EDD81-44DF-A14A-9117-C513077097B5}" srcId="{3AD8E43C-43B4-7E49-A68C-B721096BE646}" destId="{88A4445D-151A-CD41-A4BD-DCF9CBA90F37}" srcOrd="0" destOrd="0" parTransId="{85F2BF60-6DC0-5947-B14A-091873C099D9}" sibTransId="{E1F1BD91-B8DC-FD43-81E9-68B074E66C03}"/>
    <dgm:cxn modelId="{86614A88-ED8B-4248-98F5-EBD4F7B50431}" srcId="{3AD8E43C-43B4-7E49-A68C-B721096BE646}" destId="{9EB368E7-3B40-9040-B570-996F820EC295}" srcOrd="1" destOrd="0" parTransId="{F66143BC-F0E8-2948-A56E-91D2973BDA6F}" sibTransId="{1006E58E-0686-0A45-9898-B94B20A48E10}"/>
    <dgm:cxn modelId="{E8400CA2-840B-184F-A9B7-B20FF0C34151}" type="presOf" srcId="{7E6CB660-1CDC-6148-8B59-D3207FE73DA0}" destId="{BFE73E1C-9C26-C741-AE60-B79B4A98C4DD}" srcOrd="0" destOrd="1" presId="urn:microsoft.com/office/officeart/2008/layout/PictureAccentList"/>
    <dgm:cxn modelId="{A77F90A9-4690-5D4C-B5D3-49D3327A33CD}" type="presOf" srcId="{7DF39719-61AF-8A4F-8742-A1ED7D22CCC6}" destId="{F7BD2A04-BB96-8B4B-8F29-F3B0342B4E96}" srcOrd="0" destOrd="1" presId="urn:microsoft.com/office/officeart/2008/layout/PictureAccentList"/>
    <dgm:cxn modelId="{05C2A3C3-AA63-BC41-8615-B5584335937B}" type="presOf" srcId="{88A4445D-151A-CD41-A4BD-DCF9CBA90F37}" destId="{A1047FAC-BCEB-9C4D-A4E7-B824C0BDCD86}" srcOrd="0" destOrd="1" presId="urn:microsoft.com/office/officeart/2008/layout/PictureAccentList"/>
    <dgm:cxn modelId="{22FC18C4-5D07-6B4E-B138-7D615A1630E9}" type="presOf" srcId="{2FF04243-5741-2246-9404-787FD82EFB5A}" destId="{EDBE139B-A0B2-464C-A36B-E5B1B46F9B1C}" srcOrd="0" destOrd="0" presId="urn:microsoft.com/office/officeart/2008/layout/PictureAccentList"/>
    <dgm:cxn modelId="{953908CE-A7C0-BC49-BDC8-C5320732C16B}" srcId="{7B3CC8D3-0020-034D-9F70-419270448C49}" destId="{7DF39719-61AF-8A4F-8742-A1ED7D22CCC6}" srcOrd="0" destOrd="0" parTransId="{4BF7AE19-8B55-9246-91D6-C56EA16DE05F}" sibTransId="{0A5C69C4-50BB-6F48-AAE6-393303396DC0}"/>
    <dgm:cxn modelId="{95DCFDE0-B192-8242-AFA1-D8036DB1B36E}" srcId="{2FF04243-5741-2246-9404-787FD82EFB5A}" destId="{7BC72317-F3E9-5F48-953B-E6DABA6AAACE}" srcOrd="2" destOrd="0" parTransId="{8802D85F-68F3-5847-9E2B-A513AAEAA44D}" sibTransId="{DC8096F1-7A22-E448-8534-AB559E3D4915}"/>
    <dgm:cxn modelId="{A96ED8E1-9217-5947-A38E-66B71C012286}" type="presOf" srcId="{60AA6472-4C90-7B42-B631-6204764ECCC0}" destId="{FD5E6D1C-4377-1840-8706-D31DEA925927}" srcOrd="0" destOrd="0" presId="urn:microsoft.com/office/officeart/2008/layout/PictureAccentList"/>
    <dgm:cxn modelId="{C7B25AE8-CB2F-5C4A-B2B8-4F9ED53EF54E}" srcId="{7BC72317-F3E9-5F48-953B-E6DABA6AAACE}" destId="{7E6CB660-1CDC-6148-8B59-D3207FE73DA0}" srcOrd="0" destOrd="0" parTransId="{0714F399-4205-3C4A-ABA1-DD206212296C}" sibTransId="{A4F4546C-3837-364F-B7BF-6412673E77E7}"/>
    <dgm:cxn modelId="{F9A19334-2D15-7243-9E78-83C84DA7B768}" type="presParOf" srcId="{FD5E6D1C-4377-1840-8706-D31DEA925927}" destId="{4789CEFE-1BD4-0543-A700-6B821FEE647F}" srcOrd="0" destOrd="0" presId="urn:microsoft.com/office/officeart/2008/layout/PictureAccentList"/>
    <dgm:cxn modelId="{17AEC105-5D30-0046-909C-34696920DD12}" type="presParOf" srcId="{4789CEFE-1BD4-0543-A700-6B821FEE647F}" destId="{07A43035-84DD-6B4D-B899-85D34C84FFEA}" srcOrd="0" destOrd="0" presId="urn:microsoft.com/office/officeart/2008/layout/PictureAccentList"/>
    <dgm:cxn modelId="{E9AE8E9B-A848-6747-BE59-65535D1E4C06}" type="presParOf" srcId="{07A43035-84DD-6B4D-B899-85D34C84FFEA}" destId="{EDBE139B-A0B2-464C-A36B-E5B1B46F9B1C}" srcOrd="0" destOrd="0" presId="urn:microsoft.com/office/officeart/2008/layout/PictureAccentList"/>
    <dgm:cxn modelId="{2F40C268-6620-2345-9AB7-0381C6354C67}" type="presParOf" srcId="{4789CEFE-1BD4-0543-A700-6B821FEE647F}" destId="{2D91615B-FE62-EF4D-A839-4F4A2C895B6C}" srcOrd="1" destOrd="0" presId="urn:microsoft.com/office/officeart/2008/layout/PictureAccentList"/>
    <dgm:cxn modelId="{FB0730A8-7EA6-1048-A397-B16272175BF6}" type="presParOf" srcId="{2D91615B-FE62-EF4D-A839-4F4A2C895B6C}" destId="{D9C3CDC7-C11F-FF47-899B-78EDE4F0198B}" srcOrd="0" destOrd="0" presId="urn:microsoft.com/office/officeart/2008/layout/PictureAccentList"/>
    <dgm:cxn modelId="{15008BEC-6316-BD4B-AF0B-E791A414088F}" type="presParOf" srcId="{D9C3CDC7-C11F-FF47-899B-78EDE4F0198B}" destId="{174F24B8-C4C1-3943-B833-FF43511CE1F8}" srcOrd="0" destOrd="0" presId="urn:microsoft.com/office/officeart/2008/layout/PictureAccentList"/>
    <dgm:cxn modelId="{BDE52A79-690B-A546-9BAE-27301874618F}" type="presParOf" srcId="{D9C3CDC7-C11F-FF47-899B-78EDE4F0198B}" destId="{F7BD2A04-BB96-8B4B-8F29-F3B0342B4E96}" srcOrd="1" destOrd="0" presId="urn:microsoft.com/office/officeart/2008/layout/PictureAccentList"/>
    <dgm:cxn modelId="{CE74424B-E206-D748-B011-FC2FDECCDD34}" type="presParOf" srcId="{2D91615B-FE62-EF4D-A839-4F4A2C895B6C}" destId="{ED3D3CA8-95A0-964F-ABAE-0ABE302FAA74}" srcOrd="1" destOrd="0" presId="urn:microsoft.com/office/officeart/2008/layout/PictureAccentList"/>
    <dgm:cxn modelId="{B371A28F-5668-4342-B5AB-4C21AF229E21}" type="presParOf" srcId="{ED3D3CA8-95A0-964F-ABAE-0ABE302FAA74}" destId="{C7BA6CCD-1392-B74D-B441-12AD337AF6C4}" srcOrd="0" destOrd="0" presId="urn:microsoft.com/office/officeart/2008/layout/PictureAccentList"/>
    <dgm:cxn modelId="{BD704509-14BB-1F40-827D-4AE59FE3F490}" type="presParOf" srcId="{ED3D3CA8-95A0-964F-ABAE-0ABE302FAA74}" destId="{A1047FAC-BCEB-9C4D-A4E7-B824C0BDCD86}" srcOrd="1" destOrd="0" presId="urn:microsoft.com/office/officeart/2008/layout/PictureAccentList"/>
    <dgm:cxn modelId="{87E46A40-A040-1640-9A33-A2A7F04FB93B}" type="presParOf" srcId="{2D91615B-FE62-EF4D-A839-4F4A2C895B6C}" destId="{A13E4F09-4717-E64E-805D-AA8280A203A9}" srcOrd="2" destOrd="0" presId="urn:microsoft.com/office/officeart/2008/layout/PictureAccentList"/>
    <dgm:cxn modelId="{FF53844C-12E2-F245-AC12-970DAECA0B46}" type="presParOf" srcId="{A13E4F09-4717-E64E-805D-AA8280A203A9}" destId="{4E81E794-4990-DB42-B1E1-68BB780ADC16}" srcOrd="0" destOrd="0" presId="urn:microsoft.com/office/officeart/2008/layout/PictureAccentList"/>
    <dgm:cxn modelId="{EFEF5C5C-0769-3E45-BEE9-27F9EAC60271}" type="presParOf" srcId="{A13E4F09-4717-E64E-805D-AA8280A203A9}" destId="{BFE73E1C-9C26-C741-AE60-B79B4A98C4DD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926D84-890C-7C47-B3C3-7E5F034396AA}">
      <dsp:nvSpPr>
        <dsp:cNvPr id="0" name=""/>
        <dsp:cNvSpPr/>
      </dsp:nvSpPr>
      <dsp:spPr>
        <a:xfrm>
          <a:off x="0" y="4645483"/>
          <a:ext cx="2889043" cy="7621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u="none" kern="1200" dirty="0">
              <a:latin typeface="Aptos" panose="020B0004020202020204" pitchFamily="34" charset="0"/>
            </a:rPr>
            <a:t>TRADE EXECUTION</a:t>
          </a:r>
          <a:endParaRPr lang="en-GB" sz="1400" b="1" kern="1200" dirty="0">
            <a:latin typeface="Aptos" panose="020B0004020202020204" pitchFamily="34" charset="0"/>
          </a:endParaRPr>
        </a:p>
      </dsp:txBody>
      <dsp:txXfrm>
        <a:off x="0" y="4645483"/>
        <a:ext cx="2889043" cy="411550"/>
      </dsp:txXfrm>
    </dsp:sp>
    <dsp:sp modelId="{1130A289-B34D-924E-9A74-F734A127D39D}">
      <dsp:nvSpPr>
        <dsp:cNvPr id="0" name=""/>
        <dsp:cNvSpPr/>
      </dsp:nvSpPr>
      <dsp:spPr>
        <a:xfrm>
          <a:off x="0" y="5041791"/>
          <a:ext cx="2889043" cy="3505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i="0" u="none" kern="1200" dirty="0">
              <a:latin typeface="Aptos" panose="020B0004020202020204" pitchFamily="34" charset="0"/>
            </a:rPr>
            <a:t>Directional entries &amp; exits with controlled exposure</a:t>
          </a:r>
          <a:endParaRPr lang="en-GB" sz="1400" b="1" kern="1200" dirty="0">
            <a:latin typeface="Aptos" panose="020B0004020202020204" pitchFamily="34" charset="0"/>
          </a:endParaRPr>
        </a:p>
      </dsp:txBody>
      <dsp:txXfrm>
        <a:off x="0" y="5041791"/>
        <a:ext cx="2889043" cy="350579"/>
      </dsp:txXfrm>
    </dsp:sp>
    <dsp:sp modelId="{97CA98BD-071D-4044-98B6-037A9E2A77AB}">
      <dsp:nvSpPr>
        <dsp:cNvPr id="0" name=""/>
        <dsp:cNvSpPr/>
      </dsp:nvSpPr>
      <dsp:spPr>
        <a:xfrm rot="10800000">
          <a:off x="0" y="3484759"/>
          <a:ext cx="2889043" cy="117215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u="none" kern="1200">
              <a:latin typeface="Aptos" panose="020B0004020202020204" pitchFamily="34" charset="0"/>
            </a:rPr>
            <a:t>CONFIDENCE </a:t>
          </a:r>
          <a:r>
            <a:rPr lang="en-IN" sz="1400" b="1" i="0" u="none" kern="1200" dirty="0">
              <a:latin typeface="Aptos" panose="020B0004020202020204" pitchFamily="34" charset="0"/>
            </a:rPr>
            <a:t>&amp; RISK SCALING</a:t>
          </a:r>
          <a:endParaRPr lang="en-GB" sz="1400" b="1" kern="1200" dirty="0">
            <a:latin typeface="Aptos" panose="020B0004020202020204" pitchFamily="34" charset="0"/>
          </a:endParaRPr>
        </a:p>
      </dsp:txBody>
      <dsp:txXfrm rot="-10800000">
        <a:off x="0" y="3484759"/>
        <a:ext cx="2889043" cy="411426"/>
      </dsp:txXfrm>
    </dsp:sp>
    <dsp:sp modelId="{86F36939-E5C8-E14A-A533-DB4DBC155B7F}">
      <dsp:nvSpPr>
        <dsp:cNvPr id="0" name=""/>
        <dsp:cNvSpPr/>
      </dsp:nvSpPr>
      <dsp:spPr>
        <a:xfrm>
          <a:off x="0" y="3896186"/>
          <a:ext cx="2889043" cy="3504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0" i="0" u="none" kern="1200" dirty="0">
              <a:latin typeface="Aptos" panose="020B0004020202020204" pitchFamily="34" charset="0"/>
            </a:rPr>
            <a:t>Position size ∝ Model certainty</a:t>
          </a:r>
          <a:endParaRPr lang="en-GB" sz="1300" kern="1200" dirty="0">
            <a:latin typeface="Aptos" panose="020B0004020202020204" pitchFamily="34" charset="0"/>
          </a:endParaRPr>
        </a:p>
      </dsp:txBody>
      <dsp:txXfrm>
        <a:off x="0" y="3896186"/>
        <a:ext cx="2889043" cy="350474"/>
      </dsp:txXfrm>
    </dsp:sp>
    <dsp:sp modelId="{7EEC0574-7522-4A49-81AA-2A3FE184638F}">
      <dsp:nvSpPr>
        <dsp:cNvPr id="0" name=""/>
        <dsp:cNvSpPr/>
      </dsp:nvSpPr>
      <dsp:spPr>
        <a:xfrm rot="10800000">
          <a:off x="0" y="2324034"/>
          <a:ext cx="2889043" cy="117215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latin typeface="Aptos" panose="020B0004020202020204" pitchFamily="34" charset="0"/>
              <a:ea typeface="ADLaM Display" panose="02010000000000000000" pitchFamily="2" charset="77"/>
              <a:cs typeface="ADLaM Display" panose="02010000000000000000" pitchFamily="2" charset="77"/>
            </a:rPr>
            <a:t>RANDOM FOREST MODEL</a:t>
          </a:r>
        </a:p>
      </dsp:txBody>
      <dsp:txXfrm rot="-10800000">
        <a:off x="0" y="2324034"/>
        <a:ext cx="2889043" cy="411426"/>
      </dsp:txXfrm>
    </dsp:sp>
    <dsp:sp modelId="{4B7204EF-9531-F44E-B10D-5FD7656D60A9}">
      <dsp:nvSpPr>
        <dsp:cNvPr id="0" name=""/>
        <dsp:cNvSpPr/>
      </dsp:nvSpPr>
      <dsp:spPr>
        <a:xfrm>
          <a:off x="0" y="2735461"/>
          <a:ext cx="2889043" cy="3504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0" i="0" u="none" kern="1200" dirty="0">
              <a:latin typeface="Aptos" panose="020B0004020202020204" pitchFamily="34" charset="0"/>
            </a:rPr>
            <a:t>Estimates </a:t>
          </a:r>
          <a:r>
            <a:rPr lang="en-IN" sz="1300" b="0" i="0" kern="1200" dirty="0">
              <a:latin typeface="Aptos" panose="020B0004020202020204" pitchFamily="34" charset="0"/>
            </a:rPr>
            <a:t>P </a:t>
          </a:r>
          <a:r>
            <a:rPr lang="en-IN" sz="1300" b="0" i="1" kern="1200" dirty="0">
              <a:latin typeface="Aptos" panose="020B0004020202020204" pitchFamily="34" charset="0"/>
            </a:rPr>
            <a:t>(Price ↑ | Market State)</a:t>
          </a:r>
          <a:endParaRPr lang="en-GB" sz="1300" kern="1200" dirty="0">
            <a:latin typeface="Aptos" panose="020B0004020202020204" pitchFamily="34" charset="0"/>
          </a:endParaRPr>
        </a:p>
      </dsp:txBody>
      <dsp:txXfrm>
        <a:off x="0" y="2735461"/>
        <a:ext cx="2889043" cy="350474"/>
      </dsp:txXfrm>
    </dsp:sp>
    <dsp:sp modelId="{FEE5FF9C-7581-DE44-920F-C0657AF8E715}">
      <dsp:nvSpPr>
        <dsp:cNvPr id="0" name=""/>
        <dsp:cNvSpPr/>
      </dsp:nvSpPr>
      <dsp:spPr>
        <a:xfrm rot="10800000">
          <a:off x="0" y="1163310"/>
          <a:ext cx="2889043" cy="117215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u="none" kern="1200" dirty="0">
              <a:latin typeface="Aptos" panose="020B0004020202020204" pitchFamily="34" charset="0"/>
            </a:rPr>
            <a:t>MARKET STATE ENCODING</a:t>
          </a:r>
        </a:p>
      </dsp:txBody>
      <dsp:txXfrm rot="-10800000">
        <a:off x="0" y="1163310"/>
        <a:ext cx="2889043" cy="411426"/>
      </dsp:txXfrm>
    </dsp:sp>
    <dsp:sp modelId="{3BB4CBB3-AA11-8E4E-B12D-4536B3C288B5}">
      <dsp:nvSpPr>
        <dsp:cNvPr id="0" name=""/>
        <dsp:cNvSpPr/>
      </dsp:nvSpPr>
      <dsp:spPr>
        <a:xfrm>
          <a:off x="0" y="1574737"/>
          <a:ext cx="2889043" cy="3504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0" i="0" u="none" kern="1200" dirty="0">
              <a:latin typeface="Aptos" panose="020B0004020202020204" pitchFamily="34" charset="0"/>
            </a:rPr>
            <a:t>Momentum , Volatility , Price–Volume Structure</a:t>
          </a:r>
          <a:endParaRPr lang="en-GB" sz="1300" kern="1200" dirty="0">
            <a:latin typeface="Aptos" panose="020B0004020202020204" pitchFamily="34" charset="0"/>
          </a:endParaRPr>
        </a:p>
      </dsp:txBody>
      <dsp:txXfrm>
        <a:off x="0" y="1574737"/>
        <a:ext cx="2889043" cy="350474"/>
      </dsp:txXfrm>
    </dsp:sp>
    <dsp:sp modelId="{508D0549-5E78-9447-8ACC-63B0EE17337E}">
      <dsp:nvSpPr>
        <dsp:cNvPr id="0" name=""/>
        <dsp:cNvSpPr/>
      </dsp:nvSpPr>
      <dsp:spPr>
        <a:xfrm rot="10800000">
          <a:off x="0" y="0"/>
          <a:ext cx="2889043" cy="1172156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latin typeface="Aptos" panose="020B0004020202020204" pitchFamily="34" charset="0"/>
            </a:rPr>
            <a:t>MARKET DATA</a:t>
          </a:r>
        </a:p>
      </dsp:txBody>
      <dsp:txXfrm rot="-10800000">
        <a:off x="0" y="0"/>
        <a:ext cx="2889043" cy="411426"/>
      </dsp:txXfrm>
    </dsp:sp>
    <dsp:sp modelId="{C1903B8C-FBC0-BA4D-BBCD-0A100114F5CA}">
      <dsp:nvSpPr>
        <dsp:cNvPr id="0" name=""/>
        <dsp:cNvSpPr/>
      </dsp:nvSpPr>
      <dsp:spPr>
        <a:xfrm>
          <a:off x="0" y="399265"/>
          <a:ext cx="2889043" cy="3504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0" i="0" u="none" kern="1200" dirty="0">
              <a:latin typeface="Aptos" panose="020B0004020202020204" pitchFamily="34" charset="0"/>
            </a:rPr>
            <a:t>Daily OHLCV, returns, realized volatility</a:t>
          </a:r>
          <a:endParaRPr lang="en-GB" sz="1300" kern="1200" dirty="0">
            <a:latin typeface="Aptos" panose="020B0004020202020204" pitchFamily="34" charset="0"/>
          </a:endParaRPr>
        </a:p>
      </dsp:txBody>
      <dsp:txXfrm>
        <a:off x="0" y="399265"/>
        <a:ext cx="2889043" cy="3504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CD174F-8236-E54C-8A59-267773712B39}">
      <dsp:nvSpPr>
        <dsp:cNvPr id="0" name=""/>
        <dsp:cNvSpPr/>
      </dsp:nvSpPr>
      <dsp:spPr>
        <a:xfrm>
          <a:off x="0" y="0"/>
          <a:ext cx="8206248" cy="1660084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500" kern="1200" dirty="0"/>
        </a:p>
      </dsp:txBody>
      <dsp:txXfrm>
        <a:off x="0" y="0"/>
        <a:ext cx="8206248" cy="1660084"/>
      </dsp:txXfrm>
    </dsp:sp>
    <dsp:sp modelId="{6A6C01AD-E1B3-DF45-B4DA-0C08E6FB6DF8}">
      <dsp:nvSpPr>
        <dsp:cNvPr id="0" name=""/>
        <dsp:cNvSpPr/>
      </dsp:nvSpPr>
      <dsp:spPr>
        <a:xfrm>
          <a:off x="4006" y="1660084"/>
          <a:ext cx="2732744" cy="348617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100" b="1" kern="1200" dirty="0">
              <a:latin typeface="+mj-lt"/>
            </a:rPr>
            <a:t>TRADE DIRECTION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GB" sz="2100" b="1" kern="1200" dirty="0"/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GB" sz="2100" b="1" kern="1200" dirty="0"/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GB" sz="2100" b="1" kern="1200" dirty="0"/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GB" sz="2100" b="1" kern="1200" dirty="0"/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GB" sz="2100" b="1" kern="1200" dirty="0"/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GB" sz="2100" b="1" kern="1200" dirty="0"/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GB" sz="2100" b="1" kern="1200" dirty="0"/>
        </a:p>
      </dsp:txBody>
      <dsp:txXfrm>
        <a:off x="4006" y="1660084"/>
        <a:ext cx="2732744" cy="3486178"/>
      </dsp:txXfrm>
    </dsp:sp>
    <dsp:sp modelId="{B10DB6AE-4342-B747-9497-D24748E08BE5}">
      <dsp:nvSpPr>
        <dsp:cNvPr id="0" name=""/>
        <dsp:cNvSpPr/>
      </dsp:nvSpPr>
      <dsp:spPr>
        <a:xfrm>
          <a:off x="2736751" y="1660084"/>
          <a:ext cx="2732744" cy="348617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 dirty="0">
              <a:latin typeface="+mj-lt"/>
            </a:rPr>
            <a:t>ENTRY CONDITIONS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100" b="1" kern="1200" dirty="0">
            <a:latin typeface="+mj-lt"/>
          </a:endParaRP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100" b="1" kern="1200" dirty="0">
            <a:latin typeface="+mj-lt"/>
          </a:endParaRP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100" b="1" kern="1200" dirty="0">
            <a:latin typeface="+mj-lt"/>
          </a:endParaRP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100" b="1" kern="1200" dirty="0">
            <a:latin typeface="+mj-lt"/>
          </a:endParaRP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100" b="1" kern="1200" dirty="0">
            <a:latin typeface="+mj-lt"/>
          </a:endParaRP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100" b="1" kern="1200" dirty="0">
            <a:latin typeface="+mj-lt"/>
          </a:endParaRP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b="1" i="0" u="none" kern="1200" dirty="0">
            <a:latin typeface="+mj-lt"/>
          </a:endParaRPr>
        </a:p>
      </dsp:txBody>
      <dsp:txXfrm>
        <a:off x="2736751" y="1660084"/>
        <a:ext cx="2732744" cy="3486178"/>
      </dsp:txXfrm>
    </dsp:sp>
    <dsp:sp modelId="{3EF42F44-31AF-6D42-AE0B-41D6E76CB04F}">
      <dsp:nvSpPr>
        <dsp:cNvPr id="0" name=""/>
        <dsp:cNvSpPr/>
      </dsp:nvSpPr>
      <dsp:spPr>
        <a:xfrm>
          <a:off x="5469496" y="1660084"/>
          <a:ext cx="2732744" cy="348617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 dirty="0">
              <a:latin typeface="+mj-lt"/>
            </a:rPr>
            <a:t>EXIT CONDITIONS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100" b="1" kern="1200" dirty="0">
            <a:latin typeface="+mj-lt"/>
          </a:endParaRP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100" b="1" kern="1200" dirty="0">
            <a:latin typeface="+mj-lt"/>
          </a:endParaRP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100" b="1" kern="1200" dirty="0">
            <a:latin typeface="+mj-lt"/>
          </a:endParaRP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100" b="1" kern="1200" dirty="0">
            <a:latin typeface="+mj-lt"/>
          </a:endParaRP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100" b="1" kern="1200" dirty="0">
            <a:latin typeface="+mj-lt"/>
          </a:endParaRP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100" b="1" kern="1200" dirty="0">
            <a:latin typeface="+mj-lt"/>
          </a:endParaRP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100" b="1" kern="1200" dirty="0">
            <a:latin typeface="+mj-lt"/>
          </a:endParaRPr>
        </a:p>
      </dsp:txBody>
      <dsp:txXfrm>
        <a:off x="5469496" y="1660084"/>
        <a:ext cx="2732744" cy="3486178"/>
      </dsp:txXfrm>
    </dsp:sp>
    <dsp:sp modelId="{9E6C53D2-9875-4E47-B5A8-715B85FBAC3E}">
      <dsp:nvSpPr>
        <dsp:cNvPr id="0" name=""/>
        <dsp:cNvSpPr/>
      </dsp:nvSpPr>
      <dsp:spPr>
        <a:xfrm>
          <a:off x="0" y="5146262"/>
          <a:ext cx="8206248" cy="38735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B0EDF8-1A56-B74E-9BB4-7845D73A0502}">
      <dsp:nvSpPr>
        <dsp:cNvPr id="0" name=""/>
        <dsp:cNvSpPr/>
      </dsp:nvSpPr>
      <dsp:spPr>
        <a:xfrm>
          <a:off x="4364713" y="0"/>
          <a:ext cx="1991550" cy="199155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000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350" b="1" kern="1200" dirty="0">
            <a:latin typeface="Aptos" panose="020B0004020202020204" pitchFamily="34" charset="0"/>
          </a:endParaRPr>
        </a:p>
      </dsp:txBody>
      <dsp:txXfrm>
        <a:off x="4862601" y="995775"/>
        <a:ext cx="995775" cy="995775"/>
      </dsp:txXfrm>
    </dsp:sp>
    <dsp:sp modelId="{F609EED4-F8E0-D04D-84AB-9F96FC111FBD}">
      <dsp:nvSpPr>
        <dsp:cNvPr id="0" name=""/>
        <dsp:cNvSpPr/>
      </dsp:nvSpPr>
      <dsp:spPr>
        <a:xfrm>
          <a:off x="3368938" y="1991550"/>
          <a:ext cx="1991550" cy="199155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4700" kern="1200" dirty="0"/>
        </a:p>
      </dsp:txBody>
      <dsp:txXfrm>
        <a:off x="3866826" y="2987325"/>
        <a:ext cx="995775" cy="995775"/>
      </dsp:txXfrm>
    </dsp:sp>
    <dsp:sp modelId="{4D4B0520-0399-8C46-BB0F-E7F03B715D26}">
      <dsp:nvSpPr>
        <dsp:cNvPr id="0" name=""/>
        <dsp:cNvSpPr/>
      </dsp:nvSpPr>
      <dsp:spPr>
        <a:xfrm rot="10800000">
          <a:off x="4364713" y="1991550"/>
          <a:ext cx="1991550" cy="199155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b="1" kern="1200" dirty="0"/>
        </a:p>
      </dsp:txBody>
      <dsp:txXfrm rot="10800000">
        <a:off x="4862600" y="1991550"/>
        <a:ext cx="995775" cy="995775"/>
      </dsp:txXfrm>
    </dsp:sp>
    <dsp:sp modelId="{7596A9B1-E7B4-E04B-A1B2-0B6D1A85345A}">
      <dsp:nvSpPr>
        <dsp:cNvPr id="0" name=""/>
        <dsp:cNvSpPr/>
      </dsp:nvSpPr>
      <dsp:spPr>
        <a:xfrm>
          <a:off x="5360489" y="1991550"/>
          <a:ext cx="1991550" cy="199155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000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50" b="1" kern="1200" dirty="0">
              <a:latin typeface="Aptos" panose="020B0004020202020204" pitchFamily="34" charset="0"/>
            </a:rPr>
            <a:t>VOLATILITY &amp;</a:t>
          </a:r>
          <a:br>
            <a:rPr lang="en-GB" sz="1350" b="1" kern="1200" dirty="0">
              <a:latin typeface="Aptos" panose="020B0004020202020204" pitchFamily="34" charset="0"/>
            </a:rPr>
          </a:br>
          <a:r>
            <a:rPr lang="en-GB" sz="1350" b="1" kern="1200" dirty="0">
              <a:latin typeface="Aptos" panose="020B0004020202020204" pitchFamily="34" charset="0"/>
            </a:rPr>
            <a:t>REGIME</a:t>
          </a:r>
        </a:p>
      </dsp:txBody>
      <dsp:txXfrm>
        <a:off x="5858377" y="2987325"/>
        <a:ext cx="995775" cy="99577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75526B-17ED-2043-947A-DB907384ED8D}">
      <dsp:nvSpPr>
        <dsp:cNvPr id="0" name=""/>
        <dsp:cNvSpPr/>
      </dsp:nvSpPr>
      <dsp:spPr>
        <a:xfrm>
          <a:off x="1448620" y="720"/>
          <a:ext cx="2593514" cy="6483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i="0" u="none" kern="1200" dirty="0">
              <a:latin typeface="Aptos" panose="020B0004020202020204" pitchFamily="34" charset="0"/>
            </a:rPr>
            <a:t>Probability Thresholding (Signal Quality Control)</a:t>
          </a:r>
          <a:endParaRPr lang="en-GB" sz="1700" b="1" kern="1200" dirty="0">
            <a:latin typeface="Aptos" panose="020B0004020202020204" pitchFamily="34" charset="0"/>
          </a:endParaRPr>
        </a:p>
      </dsp:txBody>
      <dsp:txXfrm>
        <a:off x="1467610" y="19710"/>
        <a:ext cx="2555534" cy="610398"/>
      </dsp:txXfrm>
    </dsp:sp>
    <dsp:sp modelId="{2D4FB173-7718-F940-B059-4121E6DD8911}">
      <dsp:nvSpPr>
        <dsp:cNvPr id="0" name=""/>
        <dsp:cNvSpPr/>
      </dsp:nvSpPr>
      <dsp:spPr>
        <a:xfrm rot="5400000">
          <a:off x="2688645" y="705832"/>
          <a:ext cx="113466" cy="113466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30AE12-76AC-5741-9A4F-10A9E394ABC5}">
      <dsp:nvSpPr>
        <dsp:cNvPr id="0" name=""/>
        <dsp:cNvSpPr/>
      </dsp:nvSpPr>
      <dsp:spPr>
        <a:xfrm>
          <a:off x="1448620" y="876031"/>
          <a:ext cx="2593514" cy="64837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>
              <a:latin typeface="Aptos" panose="020B0004020202020204" pitchFamily="34" charset="0"/>
            </a:rPr>
            <a:t>WHAT?</a:t>
          </a:r>
          <a:endParaRPr lang="en-GB" sz="2200" b="1" kern="1200" dirty="0">
            <a:latin typeface="Aptos" panose="020B0004020202020204" pitchFamily="34" charset="0"/>
          </a:endParaRPr>
        </a:p>
      </dsp:txBody>
      <dsp:txXfrm>
        <a:off x="1467610" y="895021"/>
        <a:ext cx="2555534" cy="610398"/>
      </dsp:txXfrm>
    </dsp:sp>
    <dsp:sp modelId="{4287427E-AC16-0246-9AB2-28BD46846B82}">
      <dsp:nvSpPr>
        <dsp:cNvPr id="0" name=""/>
        <dsp:cNvSpPr/>
      </dsp:nvSpPr>
      <dsp:spPr>
        <a:xfrm rot="5400000">
          <a:off x="2688645" y="1581143"/>
          <a:ext cx="113466" cy="113466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6FD62D-79AB-1E45-8D30-82EC307DC935}">
      <dsp:nvSpPr>
        <dsp:cNvPr id="0" name=""/>
        <dsp:cNvSpPr/>
      </dsp:nvSpPr>
      <dsp:spPr>
        <a:xfrm>
          <a:off x="1448620" y="1751342"/>
          <a:ext cx="2593514" cy="64837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0" i="0" kern="1200" dirty="0">
            <a:latin typeface="Cambria Math" panose="02040503050406030204" pitchFamily="18" charset="0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IN" sz="1200" b="0" i="0" kern="1200" dirty="0" smtClean="0">
                    <a:latin typeface="Cambria Math" panose="02040503050406030204" pitchFamily="18" charset="0"/>
                  </a:rPr>
                  <m:t>𝑃</m:t>
                </m:r>
                <m:d>
                  <m:dPr>
                    <m:sepChr m:val="∣"/>
                    <m:ctrlPr>
                      <a:rPr lang="en-IN" sz="1200" b="0" i="1" kern="1200" dirty="0" smtClean="0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m:rPr>
                        <m:sty m:val="p"/>
                      </m:rPr>
                      <a:rPr lang="en-IN" sz="1200" b="0" i="0" kern="1200" dirty="0" err="1" smtClean="0">
                        <a:latin typeface="Cambria Math" panose="02040503050406030204" pitchFamily="18" charset="0"/>
                      </a:rPr>
                      <m:t>Direction</m:t>
                    </m:r>
                  </m:e>
                  <m:e>
                    <m:r>
                      <m:rPr>
                        <m:sty m:val="p"/>
                      </m:rPr>
                      <a:rPr lang="en-IN" sz="1200" b="0" i="0" kern="1200" dirty="0" err="1" smtClean="0">
                        <a:latin typeface="Cambria Math" panose="02040503050406030204" pitchFamily="18" charset="0"/>
                      </a:rPr>
                      <m:t>Market</m:t>
                    </m:r>
                    <m:r>
                      <a:rPr lang="en-IN" sz="1200" b="0" i="0" kern="12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1200" b="0" i="0" kern="1200" dirty="0" smtClean="0">
                        <a:latin typeface="Cambria Math" panose="02040503050406030204" pitchFamily="18" charset="0"/>
                      </a:rPr>
                      <m:t>State</m:t>
                    </m:r>
                  </m:e>
                </m:d>
                <m:r>
                  <a:rPr lang="en-IN" sz="1200" b="0" i="0" kern="1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∉</m:t>
                </m:r>
                <m:r>
                  <a:rPr lang="en-US" sz="1200" b="0" i="0" kern="1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m:t> </m:t>
                </m:r>
                <m:d>
                  <m:dPr>
                    <m:begChr m:val="["/>
                    <m:endChr m:val="]"/>
                    <m:ctrlPr>
                      <a:rPr lang="en-IN" sz="1200" b="0" i="1" kern="1200" dirty="0" smtClean="0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lang="en-IN" sz="1200" b="0" i="0" kern="12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1200" b="0" i="0" kern="120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1200" b="0" i="0" kern="1200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1200" b="0" i="0" kern="120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l-GR" sz="1200" b="0" i="0" kern="1200" dirty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l-GR" sz="1200" b="0" i="0" kern="120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l-GR" sz="1200" b="0" i="0" kern="12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l-GR" sz="1200" b="0" i="0" kern="120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l-GR" sz="1200" b="0" i="0" kern="1200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l-GR" sz="1200" b="0" i="0" kern="120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l-GR" sz="1200" b="0" i="0" kern="1200" dirty="0" smtClean="0">
                        <a:latin typeface="Cambria Math" panose="02040503050406030204" pitchFamily="18" charset="0"/>
                      </a:rPr>
                      <m:t>ε</m:t>
                    </m:r>
                  </m:e>
                </m:d>
              </m:oMath>
            </m:oMathPara>
          </a14:m>
          <a:endParaRPr lang="en-US" sz="1200" b="0" i="0" kern="1200" dirty="0">
            <a:latin typeface="Cambria Math" panose="02040503050406030204" pitchFamily="18" charset="0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b="0" i="0" u="none" kern="1200" dirty="0">
              <a:latin typeface="Aptos" panose="020B0004020202020204" pitchFamily="34" charset="0"/>
            </a:rPr>
            <a:t>*Explicit no-trade buffer around 50%</a:t>
          </a:r>
          <a:endParaRPr lang="en-US" sz="800" b="0" i="0" kern="1200" dirty="0">
            <a:latin typeface="Aptos" panose="020B0004020202020204" pitchFamily="34" charset="0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ern="1200"/>
        </a:p>
      </dsp:txBody>
      <dsp:txXfrm>
        <a:off x="1467610" y="1770332"/>
        <a:ext cx="2555534" cy="610398"/>
      </dsp:txXfrm>
    </dsp:sp>
    <dsp:sp modelId="{DEC8567A-15C3-5244-A883-1B7FE30C4817}">
      <dsp:nvSpPr>
        <dsp:cNvPr id="0" name=""/>
        <dsp:cNvSpPr/>
      </dsp:nvSpPr>
      <dsp:spPr>
        <a:xfrm rot="5400000">
          <a:off x="2688645" y="2456454"/>
          <a:ext cx="113466" cy="113466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5B6EE7-0FBE-A44A-8EED-D6A5E703D783}">
      <dsp:nvSpPr>
        <dsp:cNvPr id="0" name=""/>
        <dsp:cNvSpPr/>
      </dsp:nvSpPr>
      <dsp:spPr>
        <a:xfrm>
          <a:off x="1448620" y="2626654"/>
          <a:ext cx="2593514" cy="64837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200" b="1" i="0" kern="1200" dirty="0">
              <a:latin typeface="Aptos" panose="020B0004020202020204" pitchFamily="34" charset="0"/>
            </a:rPr>
            <a:t>WHY?</a:t>
          </a:r>
          <a:endParaRPr lang="en-IN" sz="2200" b="0" i="0" kern="1200" dirty="0">
            <a:latin typeface="Aptos" panose="020B0004020202020204" pitchFamily="34" charset="0"/>
          </a:endParaRPr>
        </a:p>
      </dsp:txBody>
      <dsp:txXfrm>
        <a:off x="1467610" y="2645644"/>
        <a:ext cx="2555534" cy="610398"/>
      </dsp:txXfrm>
    </dsp:sp>
    <dsp:sp modelId="{BBEA3E28-1F04-D84F-B31C-8281A1349B9F}">
      <dsp:nvSpPr>
        <dsp:cNvPr id="0" name=""/>
        <dsp:cNvSpPr/>
      </dsp:nvSpPr>
      <dsp:spPr>
        <a:xfrm rot="5400000">
          <a:off x="2688645" y="3331765"/>
          <a:ext cx="113466" cy="113466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354234-F545-5B4B-9645-AE07557CF314}">
      <dsp:nvSpPr>
        <dsp:cNvPr id="0" name=""/>
        <dsp:cNvSpPr/>
      </dsp:nvSpPr>
      <dsp:spPr>
        <a:xfrm>
          <a:off x="1448620" y="3501965"/>
          <a:ext cx="2593514" cy="64837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kern="1200" dirty="0">
              <a:latin typeface="Aptos" panose="020B0004020202020204" pitchFamily="34" charset="0"/>
            </a:rPr>
            <a:t>Predictions near 0.5 are statistically noisy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ptos" panose="020B0004020202020204" pitchFamily="34" charset="0"/>
            </a:rPr>
            <a:t>Creates an explicit </a:t>
          </a:r>
          <a:r>
            <a:rPr lang="en-IN" sz="1200" b="1" kern="1200" dirty="0">
              <a:latin typeface="Aptos" panose="020B0004020202020204" pitchFamily="34" charset="0"/>
            </a:rPr>
            <a:t>no-trade region</a:t>
          </a:r>
          <a:endParaRPr lang="en-IN" sz="1200" b="0" i="0" kern="1200" dirty="0">
            <a:latin typeface="Aptos" panose="020B0004020202020204" pitchFamily="34" charset="0"/>
          </a:endParaRPr>
        </a:p>
      </dsp:txBody>
      <dsp:txXfrm>
        <a:off x="1467610" y="3520955"/>
        <a:ext cx="2555534" cy="610398"/>
      </dsp:txXfrm>
    </dsp:sp>
    <dsp:sp modelId="{AE11FE10-C1B0-7B4D-A514-209581BE6162}">
      <dsp:nvSpPr>
        <dsp:cNvPr id="0" name=""/>
        <dsp:cNvSpPr/>
      </dsp:nvSpPr>
      <dsp:spPr>
        <a:xfrm rot="5400000">
          <a:off x="2688645" y="4207077"/>
          <a:ext cx="113466" cy="113466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7EA675-363F-FF4F-BC5F-6CF44CD890D8}">
      <dsp:nvSpPr>
        <dsp:cNvPr id="0" name=""/>
        <dsp:cNvSpPr/>
      </dsp:nvSpPr>
      <dsp:spPr>
        <a:xfrm>
          <a:off x="1448620" y="4377276"/>
          <a:ext cx="2593514" cy="64837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i="0" kern="1200" dirty="0">
              <a:latin typeface="Aptos" panose="020B0004020202020204" pitchFamily="34" charset="0"/>
            </a:rPr>
            <a:t>IMPACT</a:t>
          </a:r>
        </a:p>
      </dsp:txBody>
      <dsp:txXfrm>
        <a:off x="1467610" y="4396266"/>
        <a:ext cx="2555534" cy="610398"/>
      </dsp:txXfrm>
    </dsp:sp>
    <dsp:sp modelId="{72520B36-0266-404A-9E2A-B9B1506C73C9}">
      <dsp:nvSpPr>
        <dsp:cNvPr id="0" name=""/>
        <dsp:cNvSpPr/>
      </dsp:nvSpPr>
      <dsp:spPr>
        <a:xfrm rot="5400000">
          <a:off x="2688645" y="5082388"/>
          <a:ext cx="113466" cy="113466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EC5BEF-2658-7441-8028-34B129F3649E}">
      <dsp:nvSpPr>
        <dsp:cNvPr id="0" name=""/>
        <dsp:cNvSpPr/>
      </dsp:nvSpPr>
      <dsp:spPr>
        <a:xfrm>
          <a:off x="1448620" y="5252587"/>
          <a:ext cx="2593514" cy="64837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ptos" panose="020B0004020202020204" pitchFamily="34" charset="0"/>
            </a:rPr>
            <a:t>Fewer trades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ptos" panose="020B0004020202020204" pitchFamily="34" charset="0"/>
            </a:rPr>
            <a:t>Higher conditional return per trade</a:t>
          </a:r>
          <a:endParaRPr lang="en-IN" sz="1200" b="1" i="0" kern="1200" dirty="0">
            <a:latin typeface="Aptos" panose="020B0004020202020204" pitchFamily="34" charset="0"/>
          </a:endParaRPr>
        </a:p>
      </dsp:txBody>
      <dsp:txXfrm>
        <a:off x="1467610" y="5271577"/>
        <a:ext cx="2555534" cy="610398"/>
      </dsp:txXfrm>
    </dsp:sp>
    <dsp:sp modelId="{87280B2F-2101-B541-BE04-BC1270223D66}">
      <dsp:nvSpPr>
        <dsp:cNvPr id="0" name=""/>
        <dsp:cNvSpPr/>
      </dsp:nvSpPr>
      <dsp:spPr>
        <a:xfrm>
          <a:off x="4405227" y="720"/>
          <a:ext cx="2593514" cy="6483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i="0" u="none" kern="1200" dirty="0">
              <a:latin typeface="Aptos" panose="020B0004020202020204" pitchFamily="34" charset="0"/>
            </a:rPr>
            <a:t>Symmetric Long / Short Thresholds</a:t>
          </a:r>
          <a:endParaRPr lang="en-GB" sz="1800" b="1" kern="1200" dirty="0">
            <a:latin typeface="Aptos" panose="020B0004020202020204" pitchFamily="34" charset="0"/>
          </a:endParaRPr>
        </a:p>
      </dsp:txBody>
      <dsp:txXfrm>
        <a:off x="4424217" y="19710"/>
        <a:ext cx="2555534" cy="610398"/>
      </dsp:txXfrm>
    </dsp:sp>
    <dsp:sp modelId="{14C41B50-073D-BE49-B6C9-972E4D50AC3F}">
      <dsp:nvSpPr>
        <dsp:cNvPr id="0" name=""/>
        <dsp:cNvSpPr/>
      </dsp:nvSpPr>
      <dsp:spPr>
        <a:xfrm rot="5400000">
          <a:off x="5645251" y="705832"/>
          <a:ext cx="113466" cy="113466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808E4F-160B-634D-B6F7-386524366DF0}">
      <dsp:nvSpPr>
        <dsp:cNvPr id="0" name=""/>
        <dsp:cNvSpPr/>
      </dsp:nvSpPr>
      <dsp:spPr>
        <a:xfrm>
          <a:off x="4405227" y="876031"/>
          <a:ext cx="2593514" cy="64837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i="0" kern="1200" dirty="0">
              <a:latin typeface="Aptos" panose="020B0004020202020204" pitchFamily="34" charset="0"/>
            </a:rPr>
            <a:t>WHAT?</a:t>
          </a:r>
          <a:endParaRPr lang="en-GB" sz="2200" kern="1200" dirty="0">
            <a:latin typeface="Aptos" panose="020B0004020202020204" pitchFamily="34" charset="0"/>
          </a:endParaRPr>
        </a:p>
      </dsp:txBody>
      <dsp:txXfrm>
        <a:off x="4424217" y="895021"/>
        <a:ext cx="2555534" cy="610398"/>
      </dsp:txXfrm>
    </dsp:sp>
    <dsp:sp modelId="{F4D2E2BA-B7E3-0148-AD8B-655CC3A0F87D}">
      <dsp:nvSpPr>
        <dsp:cNvPr id="0" name=""/>
        <dsp:cNvSpPr/>
      </dsp:nvSpPr>
      <dsp:spPr>
        <a:xfrm rot="5400000">
          <a:off x="5645251" y="1581143"/>
          <a:ext cx="113466" cy="113466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B9A52B-47C0-E149-934D-66AA13F1774E}">
      <dsp:nvSpPr>
        <dsp:cNvPr id="0" name=""/>
        <dsp:cNvSpPr/>
      </dsp:nvSpPr>
      <dsp:spPr>
        <a:xfrm>
          <a:off x="4405227" y="1751342"/>
          <a:ext cx="2593514" cy="64837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b="0" i="0" u="none" kern="1200" dirty="0">
              <a:latin typeface="Aptos" panose="020B0004020202020204" pitchFamily="34" charset="0"/>
            </a:rPr>
            <a:t>Identical confidence thresholds for long and short</a:t>
          </a:r>
          <a:endParaRPr lang="en-IN" sz="1200" b="0" i="0" kern="1200" dirty="0">
            <a:latin typeface="Aptos" panose="020B0004020202020204" pitchFamily="34" charset="0"/>
          </a:endParaRPr>
        </a:p>
      </dsp:txBody>
      <dsp:txXfrm>
        <a:off x="4424217" y="1770332"/>
        <a:ext cx="2555534" cy="610398"/>
      </dsp:txXfrm>
    </dsp:sp>
    <dsp:sp modelId="{2CD93046-27BA-B547-94BC-0BB96A82915A}">
      <dsp:nvSpPr>
        <dsp:cNvPr id="0" name=""/>
        <dsp:cNvSpPr/>
      </dsp:nvSpPr>
      <dsp:spPr>
        <a:xfrm rot="5400000">
          <a:off x="5645251" y="2456454"/>
          <a:ext cx="113466" cy="113466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191A6E-0F29-5349-9D2F-5D347A279262}">
      <dsp:nvSpPr>
        <dsp:cNvPr id="0" name=""/>
        <dsp:cNvSpPr/>
      </dsp:nvSpPr>
      <dsp:spPr>
        <a:xfrm>
          <a:off x="4405227" y="2626654"/>
          <a:ext cx="2593514" cy="64837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200" b="1" i="0" kern="1200" dirty="0">
              <a:latin typeface="Aptos" panose="020B0004020202020204" pitchFamily="34" charset="0"/>
            </a:rPr>
            <a:t>WHY?</a:t>
          </a:r>
          <a:endParaRPr lang="en-GB" sz="2200" kern="1200" dirty="0">
            <a:latin typeface="Aptos" panose="020B0004020202020204" pitchFamily="34" charset="0"/>
          </a:endParaRPr>
        </a:p>
      </dsp:txBody>
      <dsp:txXfrm>
        <a:off x="4424217" y="2645644"/>
        <a:ext cx="2555534" cy="610398"/>
      </dsp:txXfrm>
    </dsp:sp>
    <dsp:sp modelId="{B2342FD4-FFF2-0541-A55C-2243972A1616}">
      <dsp:nvSpPr>
        <dsp:cNvPr id="0" name=""/>
        <dsp:cNvSpPr/>
      </dsp:nvSpPr>
      <dsp:spPr>
        <a:xfrm rot="5400000">
          <a:off x="5645251" y="3331765"/>
          <a:ext cx="113466" cy="113466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71F6CE-1FCF-EA4E-8662-938ADB700860}">
      <dsp:nvSpPr>
        <dsp:cNvPr id="0" name=""/>
        <dsp:cNvSpPr/>
      </dsp:nvSpPr>
      <dsp:spPr>
        <a:xfrm>
          <a:off x="4405227" y="3501965"/>
          <a:ext cx="2593514" cy="64837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ptos" panose="020B0004020202020204" pitchFamily="34" charset="0"/>
            </a:rPr>
            <a:t>Enforces directional neutrality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ptos" panose="020B0004020202020204" pitchFamily="34" charset="0"/>
            </a:rPr>
            <a:t>Prevents sample-driven bias</a:t>
          </a:r>
          <a:endParaRPr lang="en-GB" sz="1200" kern="1200" dirty="0">
            <a:latin typeface="Aptos" panose="020B0004020202020204" pitchFamily="34" charset="0"/>
          </a:endParaRPr>
        </a:p>
      </dsp:txBody>
      <dsp:txXfrm>
        <a:off x="4424217" y="3520955"/>
        <a:ext cx="2555534" cy="610398"/>
      </dsp:txXfrm>
    </dsp:sp>
    <dsp:sp modelId="{2FC27AF4-302D-1F4E-B8E3-E6FFFE5328F0}">
      <dsp:nvSpPr>
        <dsp:cNvPr id="0" name=""/>
        <dsp:cNvSpPr/>
      </dsp:nvSpPr>
      <dsp:spPr>
        <a:xfrm rot="5400000">
          <a:off x="5645251" y="4207077"/>
          <a:ext cx="113466" cy="113466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9AE72A-D9E3-ED4E-BEA3-EE35B242AD9D}">
      <dsp:nvSpPr>
        <dsp:cNvPr id="0" name=""/>
        <dsp:cNvSpPr/>
      </dsp:nvSpPr>
      <dsp:spPr>
        <a:xfrm>
          <a:off x="4405227" y="4377276"/>
          <a:ext cx="2593514" cy="64837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>
              <a:latin typeface="Aptos" panose="020B0004020202020204" pitchFamily="34" charset="0"/>
            </a:rPr>
            <a:t>IMPACT</a:t>
          </a:r>
        </a:p>
      </dsp:txBody>
      <dsp:txXfrm>
        <a:off x="4424217" y="4396266"/>
        <a:ext cx="2555534" cy="610398"/>
      </dsp:txXfrm>
    </dsp:sp>
    <dsp:sp modelId="{0367E27C-B2B4-DE42-8533-B288E104BD88}">
      <dsp:nvSpPr>
        <dsp:cNvPr id="0" name=""/>
        <dsp:cNvSpPr/>
      </dsp:nvSpPr>
      <dsp:spPr>
        <a:xfrm rot="5400000">
          <a:off x="5645251" y="5082388"/>
          <a:ext cx="113466" cy="113466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CC5B59-6AA4-0946-BA01-3C986CD45F0E}">
      <dsp:nvSpPr>
        <dsp:cNvPr id="0" name=""/>
        <dsp:cNvSpPr/>
      </dsp:nvSpPr>
      <dsp:spPr>
        <a:xfrm>
          <a:off x="4405227" y="5252587"/>
          <a:ext cx="2593514" cy="64837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b="0" i="0" kern="1200" dirty="0">
              <a:latin typeface="Aptos" panose="020B0004020202020204" pitchFamily="34" charset="0"/>
            </a:rPr>
            <a:t>Stable behaviour across bull and bear regimes</a:t>
          </a:r>
          <a:endParaRPr lang="en-GB" sz="1200" b="1" kern="1200" dirty="0">
            <a:latin typeface="Aptos" panose="020B0004020202020204" pitchFamily="34" charset="0"/>
          </a:endParaRPr>
        </a:p>
      </dsp:txBody>
      <dsp:txXfrm>
        <a:off x="4424217" y="5271577"/>
        <a:ext cx="2555534" cy="610398"/>
      </dsp:txXfrm>
    </dsp:sp>
    <dsp:sp modelId="{35DEBDE5-CEB2-4B47-90C0-B74B1C45C261}">
      <dsp:nvSpPr>
        <dsp:cNvPr id="0" name=""/>
        <dsp:cNvSpPr/>
      </dsp:nvSpPr>
      <dsp:spPr>
        <a:xfrm>
          <a:off x="7361834" y="720"/>
          <a:ext cx="2593514" cy="6483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i="0" u="none" kern="1200" dirty="0">
              <a:latin typeface="Aptos" panose="020B0004020202020204" pitchFamily="34" charset="0"/>
            </a:rPr>
            <a:t>Volatility-Targeted Position Scaling</a:t>
          </a:r>
          <a:endParaRPr lang="en-GB" sz="1800" b="1" kern="1200" dirty="0">
            <a:latin typeface="Aptos" panose="020B0004020202020204" pitchFamily="34" charset="0"/>
          </a:endParaRPr>
        </a:p>
      </dsp:txBody>
      <dsp:txXfrm>
        <a:off x="7380824" y="19710"/>
        <a:ext cx="2555534" cy="610398"/>
      </dsp:txXfrm>
    </dsp:sp>
    <dsp:sp modelId="{09D1F477-48BB-C840-9A58-9D55574D717C}">
      <dsp:nvSpPr>
        <dsp:cNvPr id="0" name=""/>
        <dsp:cNvSpPr/>
      </dsp:nvSpPr>
      <dsp:spPr>
        <a:xfrm rot="5400000">
          <a:off x="8601858" y="705832"/>
          <a:ext cx="113466" cy="113466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7DD888-E4AF-A243-A28B-599A4B968E14}">
      <dsp:nvSpPr>
        <dsp:cNvPr id="0" name=""/>
        <dsp:cNvSpPr/>
      </dsp:nvSpPr>
      <dsp:spPr>
        <a:xfrm>
          <a:off x="7361834" y="876031"/>
          <a:ext cx="2593514" cy="64837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>
              <a:latin typeface="Aptos" panose="020B0004020202020204" pitchFamily="34" charset="0"/>
            </a:rPr>
            <a:t>WHAT?</a:t>
          </a:r>
        </a:p>
      </dsp:txBody>
      <dsp:txXfrm>
        <a:off x="7380824" y="895021"/>
        <a:ext cx="2555534" cy="610398"/>
      </dsp:txXfrm>
    </dsp:sp>
    <dsp:sp modelId="{4D6A1087-13A7-4E4A-A212-A24F70246D23}">
      <dsp:nvSpPr>
        <dsp:cNvPr id="0" name=""/>
        <dsp:cNvSpPr/>
      </dsp:nvSpPr>
      <dsp:spPr>
        <a:xfrm rot="5400000">
          <a:off x="8601858" y="1581143"/>
          <a:ext cx="113466" cy="113466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EFC528-51AC-B748-A8B9-5B598BFACD81}">
      <dsp:nvSpPr>
        <dsp:cNvPr id="0" name=""/>
        <dsp:cNvSpPr/>
      </dsp:nvSpPr>
      <dsp:spPr>
        <a:xfrm>
          <a:off x="7361834" y="1751342"/>
          <a:ext cx="2593514" cy="64837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b="0" i="0" kern="1200" dirty="0">
              <a:latin typeface="Aptos" panose="020B0004020202020204" pitchFamily="34" charset="0"/>
            </a:rPr>
            <a:t>Position size ∝ </a:t>
          </a:r>
          <a14:m xmlns:a14="http://schemas.microsoft.com/office/drawing/2010/main">
            <m:oMath xmlns:m="http://schemas.openxmlformats.org/officeDocument/2006/math">
              <m:f>
                <m:fPr>
                  <m:ctrlPr>
                    <a:rPr lang="ar-AE" sz="1100" b="0" i="1" kern="1200">
                      <a:latin typeface="Cambria Math" panose="02040503050406030204" pitchFamily="18" charset="0"/>
                    </a:rPr>
                  </m:ctrlPr>
                </m:fPr>
                <m:num>
                  <m:r>
                    <m:rPr>
                      <m:nor/>
                    </m:rPr>
                    <a:rPr lang="en-IN" sz="1100" b="0" kern="1200">
                      <a:latin typeface="Aptos" panose="020B0004020202020204" pitchFamily="34" charset="0"/>
                    </a:rPr>
                    <m:t>Target</m:t>
                  </m:r>
                  <m:r>
                    <m:rPr>
                      <m:nor/>
                    </m:rPr>
                    <a:rPr lang="en-IN" sz="1100" b="0" kern="1200">
                      <a:latin typeface="Aptos" panose="020B0004020202020204" pitchFamily="34" charset="0"/>
                    </a:rPr>
                    <m:t> </m:t>
                  </m:r>
                  <m:r>
                    <m:rPr>
                      <m:nor/>
                    </m:rPr>
                    <a:rPr lang="en-IN" sz="1100" b="0" kern="1200">
                      <a:latin typeface="Aptos" panose="020B0004020202020204" pitchFamily="34" charset="0"/>
                    </a:rPr>
                    <m:t>Volatility</m:t>
                  </m:r>
                </m:num>
                <m:den>
                  <m:r>
                    <m:rPr>
                      <m:nor/>
                    </m:rPr>
                    <a:rPr lang="en-IN" sz="1100" b="0" i="1" kern="1200">
                      <a:latin typeface="Aptos" panose="020B0004020202020204" pitchFamily="34" charset="0"/>
                    </a:rPr>
                    <m:t>Recent</m:t>
                  </m:r>
                  <m:r>
                    <m:rPr>
                      <m:nor/>
                    </m:rPr>
                    <a:rPr lang="en-IN" sz="1100" b="0" i="1" kern="1200">
                      <a:latin typeface="Aptos" panose="020B0004020202020204" pitchFamily="34" charset="0"/>
                    </a:rPr>
                    <m:t> </m:t>
                  </m:r>
                  <m:r>
                    <m:rPr>
                      <m:nor/>
                    </m:rPr>
                    <a:rPr lang="en-IN" sz="1100" b="0" i="1" kern="1200">
                      <a:latin typeface="Aptos" panose="020B0004020202020204" pitchFamily="34" charset="0"/>
                    </a:rPr>
                    <m:t>Realized</m:t>
                  </m:r>
                  <m:r>
                    <m:rPr>
                      <m:nor/>
                    </m:rPr>
                    <a:rPr lang="en-IN" sz="1100" b="0" i="1" kern="1200">
                      <a:latin typeface="Aptos" panose="020B0004020202020204" pitchFamily="34" charset="0"/>
                    </a:rPr>
                    <m:t> </m:t>
                  </m:r>
                  <m:r>
                    <m:rPr>
                      <m:nor/>
                    </m:rPr>
                    <a:rPr lang="en-IN" sz="1100" b="0" i="1" kern="1200">
                      <a:latin typeface="Aptos" panose="020B0004020202020204" pitchFamily="34" charset="0"/>
                    </a:rPr>
                    <m:t>Volatility</m:t>
                  </m:r>
                </m:den>
              </m:f>
            </m:oMath>
          </a14:m>
          <a:endParaRPr lang="ar-AE" sz="1100" b="0" i="0" kern="1200" dirty="0">
            <a:latin typeface="Aptos" panose="020B0004020202020204" pitchFamily="34" charset="0"/>
          </a:endParaRPr>
        </a:p>
      </dsp:txBody>
      <dsp:txXfrm>
        <a:off x="7380824" y="1770332"/>
        <a:ext cx="2555534" cy="610398"/>
      </dsp:txXfrm>
    </dsp:sp>
    <dsp:sp modelId="{F14AE024-6674-8441-9AEE-F5CCBD12CA47}">
      <dsp:nvSpPr>
        <dsp:cNvPr id="0" name=""/>
        <dsp:cNvSpPr/>
      </dsp:nvSpPr>
      <dsp:spPr>
        <a:xfrm rot="5400000">
          <a:off x="8601858" y="2456454"/>
          <a:ext cx="113466" cy="113466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58CBB8-CADB-6B45-A3C1-7BADB822A7C8}">
      <dsp:nvSpPr>
        <dsp:cNvPr id="0" name=""/>
        <dsp:cNvSpPr/>
      </dsp:nvSpPr>
      <dsp:spPr>
        <a:xfrm>
          <a:off x="7361834" y="2626654"/>
          <a:ext cx="2593514" cy="64837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200" b="1" i="0" kern="1200" dirty="0">
              <a:latin typeface="Aptos" panose="020B0004020202020204" pitchFamily="34" charset="0"/>
            </a:rPr>
            <a:t>WHY?</a:t>
          </a:r>
        </a:p>
      </dsp:txBody>
      <dsp:txXfrm>
        <a:off x="7380824" y="2645644"/>
        <a:ext cx="2555534" cy="610398"/>
      </dsp:txXfrm>
    </dsp:sp>
    <dsp:sp modelId="{3FB8086C-EAD2-C745-B953-6748C0FCE0A2}">
      <dsp:nvSpPr>
        <dsp:cNvPr id="0" name=""/>
        <dsp:cNvSpPr/>
      </dsp:nvSpPr>
      <dsp:spPr>
        <a:xfrm rot="5400000">
          <a:off x="8601858" y="3331765"/>
          <a:ext cx="113466" cy="113466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18F156-1CEE-4F44-AE7D-49FF908CB37C}">
      <dsp:nvSpPr>
        <dsp:cNvPr id="0" name=""/>
        <dsp:cNvSpPr/>
      </dsp:nvSpPr>
      <dsp:spPr>
        <a:xfrm>
          <a:off x="7361834" y="3501965"/>
          <a:ext cx="2593514" cy="64837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kern="1200" dirty="0">
              <a:latin typeface="Aptos" panose="020B0004020202020204" pitchFamily="34" charset="0"/>
            </a:rPr>
            <a:t>Normalizes risk across time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ptos" panose="020B0004020202020204" pitchFamily="34" charset="0"/>
            </a:rPr>
            <a:t>Automatically de-leverages in volatile regimes</a:t>
          </a:r>
          <a:endParaRPr lang="ar-AE" sz="1200" b="0" i="0" kern="1200" dirty="0">
            <a:latin typeface="Aptos" panose="020B0004020202020204" pitchFamily="34" charset="0"/>
          </a:endParaRPr>
        </a:p>
      </dsp:txBody>
      <dsp:txXfrm>
        <a:off x="7380824" y="3520955"/>
        <a:ext cx="2555534" cy="610398"/>
      </dsp:txXfrm>
    </dsp:sp>
    <dsp:sp modelId="{8E98C63C-6A7D-6E4F-82F3-60748F33040C}">
      <dsp:nvSpPr>
        <dsp:cNvPr id="0" name=""/>
        <dsp:cNvSpPr/>
      </dsp:nvSpPr>
      <dsp:spPr>
        <a:xfrm rot="5400000">
          <a:off x="8601858" y="4207077"/>
          <a:ext cx="113466" cy="113466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029690-30E6-EB41-ADF6-49FB6BFF3ACC}">
      <dsp:nvSpPr>
        <dsp:cNvPr id="0" name=""/>
        <dsp:cNvSpPr/>
      </dsp:nvSpPr>
      <dsp:spPr>
        <a:xfrm>
          <a:off x="7361834" y="4377276"/>
          <a:ext cx="2593514" cy="64837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i="0" kern="1200" dirty="0">
              <a:latin typeface="Aptos" panose="020B0004020202020204" pitchFamily="34" charset="0"/>
            </a:rPr>
            <a:t>IMPACT</a:t>
          </a:r>
          <a:endParaRPr lang="ar-AE" sz="2200" b="0" i="0" kern="1200" dirty="0">
            <a:latin typeface="Aptos" panose="020B0004020202020204" pitchFamily="34" charset="0"/>
          </a:endParaRPr>
        </a:p>
      </dsp:txBody>
      <dsp:txXfrm>
        <a:off x="7380824" y="4396266"/>
        <a:ext cx="2555534" cy="610398"/>
      </dsp:txXfrm>
    </dsp:sp>
    <dsp:sp modelId="{7D8FD09A-92B8-5445-B4F5-E52BC5ACBD9B}">
      <dsp:nvSpPr>
        <dsp:cNvPr id="0" name=""/>
        <dsp:cNvSpPr/>
      </dsp:nvSpPr>
      <dsp:spPr>
        <a:xfrm rot="5400000">
          <a:off x="8601858" y="5082388"/>
          <a:ext cx="113466" cy="113466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AA93B6-43B2-D248-83DD-AFEDEC2CE22A}">
      <dsp:nvSpPr>
        <dsp:cNvPr id="0" name=""/>
        <dsp:cNvSpPr/>
      </dsp:nvSpPr>
      <dsp:spPr>
        <a:xfrm>
          <a:off x="7361834" y="5252587"/>
          <a:ext cx="2593514" cy="64837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kern="1200" dirty="0">
              <a:latin typeface="Aptos" panose="020B0004020202020204" pitchFamily="34" charset="0"/>
            </a:rPr>
            <a:t>Comparable risk per trade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ptos" panose="020B0004020202020204" pitchFamily="34" charset="0"/>
            </a:rPr>
            <a:t>Lower drawdowns during volatility spikes</a:t>
          </a:r>
          <a:endParaRPr lang="en-IN" sz="1200" b="0" i="0" kern="1200" dirty="0">
            <a:latin typeface="Aptos" panose="020B0004020202020204" pitchFamily="34" charset="0"/>
          </a:endParaRPr>
        </a:p>
      </dsp:txBody>
      <dsp:txXfrm>
        <a:off x="7380824" y="5271577"/>
        <a:ext cx="2555534" cy="610398"/>
      </dsp:txXfrm>
    </dsp:sp>
    <dsp:sp modelId="{DAC8F10D-6708-C242-B5E1-DC64EED8DBCB}">
      <dsp:nvSpPr>
        <dsp:cNvPr id="0" name=""/>
        <dsp:cNvSpPr/>
      </dsp:nvSpPr>
      <dsp:spPr>
        <a:xfrm>
          <a:off x="10318441" y="720"/>
          <a:ext cx="2593514" cy="64837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i="0" u="none" kern="1200" dirty="0">
              <a:latin typeface="Aptos" panose="020B0004020202020204" pitchFamily="34" charset="0"/>
            </a:rPr>
            <a:t>Model Capacity &amp; Training Discipline</a:t>
          </a:r>
          <a:endParaRPr lang="en-GB" sz="1800" b="1" kern="1200" dirty="0">
            <a:latin typeface="Aptos" panose="020B0004020202020204" pitchFamily="34" charset="0"/>
          </a:endParaRPr>
        </a:p>
      </dsp:txBody>
      <dsp:txXfrm>
        <a:off x="10337431" y="19710"/>
        <a:ext cx="2555534" cy="610398"/>
      </dsp:txXfrm>
    </dsp:sp>
    <dsp:sp modelId="{EAC7B0E3-91A1-3148-8993-3EC00E109203}">
      <dsp:nvSpPr>
        <dsp:cNvPr id="0" name=""/>
        <dsp:cNvSpPr/>
      </dsp:nvSpPr>
      <dsp:spPr>
        <a:xfrm rot="5400000">
          <a:off x="11558465" y="705832"/>
          <a:ext cx="113466" cy="113466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DB69D1-C3BE-4949-8142-556EF2F56312}">
      <dsp:nvSpPr>
        <dsp:cNvPr id="0" name=""/>
        <dsp:cNvSpPr/>
      </dsp:nvSpPr>
      <dsp:spPr>
        <a:xfrm>
          <a:off x="10318441" y="876031"/>
          <a:ext cx="2593514" cy="64837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i="0" kern="1200" dirty="0">
              <a:latin typeface="Aptos" panose="020B0004020202020204" pitchFamily="34" charset="0"/>
            </a:rPr>
            <a:t>WHAT?</a:t>
          </a:r>
        </a:p>
      </dsp:txBody>
      <dsp:txXfrm>
        <a:off x="10337431" y="895021"/>
        <a:ext cx="2555534" cy="610398"/>
      </dsp:txXfrm>
    </dsp:sp>
    <dsp:sp modelId="{EEADD46F-3CA1-614A-AFEC-72915278CD65}">
      <dsp:nvSpPr>
        <dsp:cNvPr id="0" name=""/>
        <dsp:cNvSpPr/>
      </dsp:nvSpPr>
      <dsp:spPr>
        <a:xfrm rot="5400000">
          <a:off x="11558465" y="1581143"/>
          <a:ext cx="113466" cy="113466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CFD47A-DBE5-894A-B6F9-0D2F1796FB51}">
      <dsp:nvSpPr>
        <dsp:cNvPr id="0" name=""/>
        <dsp:cNvSpPr/>
      </dsp:nvSpPr>
      <dsp:spPr>
        <a:xfrm>
          <a:off x="10318441" y="1751342"/>
          <a:ext cx="2593514" cy="64837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ptos" panose="020B0004020202020204" pitchFamily="34" charset="0"/>
            </a:rPr>
            <a:t>Limited tree depth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ptos" panose="020B0004020202020204" pitchFamily="34" charset="0"/>
            </a:rPr>
            <a:t>Minimum samples per split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Aptos" panose="020B0004020202020204" pitchFamily="34" charset="0"/>
            </a:rPr>
            <a:t>Walk-forward retraining</a:t>
          </a:r>
          <a:endParaRPr lang="en-GB" sz="1200" kern="1200" dirty="0">
            <a:latin typeface="Aptos" panose="020B0004020202020204" pitchFamily="34" charset="0"/>
          </a:endParaRPr>
        </a:p>
      </dsp:txBody>
      <dsp:txXfrm>
        <a:off x="10337431" y="1770332"/>
        <a:ext cx="2555534" cy="610398"/>
      </dsp:txXfrm>
    </dsp:sp>
    <dsp:sp modelId="{FB413A8C-1255-A94C-826E-A59F01EA6F07}">
      <dsp:nvSpPr>
        <dsp:cNvPr id="0" name=""/>
        <dsp:cNvSpPr/>
      </dsp:nvSpPr>
      <dsp:spPr>
        <a:xfrm rot="5400000">
          <a:off x="11558465" y="2456454"/>
          <a:ext cx="113466" cy="113466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07B338-5072-054D-A9C7-93DE9E6E8149}">
      <dsp:nvSpPr>
        <dsp:cNvPr id="0" name=""/>
        <dsp:cNvSpPr/>
      </dsp:nvSpPr>
      <dsp:spPr>
        <a:xfrm>
          <a:off x="10318441" y="2626654"/>
          <a:ext cx="2593514" cy="64837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>
              <a:latin typeface="Aptos" panose="020B0004020202020204" pitchFamily="34" charset="0"/>
            </a:rPr>
            <a:t>WHY?</a:t>
          </a:r>
        </a:p>
      </dsp:txBody>
      <dsp:txXfrm>
        <a:off x="10337431" y="2645644"/>
        <a:ext cx="2555534" cy="610398"/>
      </dsp:txXfrm>
    </dsp:sp>
    <dsp:sp modelId="{62053D0A-20B7-2548-B890-AF7D8E5384EB}">
      <dsp:nvSpPr>
        <dsp:cNvPr id="0" name=""/>
        <dsp:cNvSpPr/>
      </dsp:nvSpPr>
      <dsp:spPr>
        <a:xfrm rot="5400000">
          <a:off x="11558465" y="3331765"/>
          <a:ext cx="113466" cy="113466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BDCB99-7C36-D541-B0F1-76B4E7E0C33D}">
      <dsp:nvSpPr>
        <dsp:cNvPr id="0" name=""/>
        <dsp:cNvSpPr/>
      </dsp:nvSpPr>
      <dsp:spPr>
        <a:xfrm>
          <a:off x="10318441" y="3501965"/>
          <a:ext cx="2593514" cy="64837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0" i="0" kern="1200" dirty="0"/>
            <a:t>Reduces model variance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000" b="0" i="0" kern="1200" dirty="0"/>
            <a:t>Avoids memorization</a:t>
          </a:r>
          <a:endParaRPr lang="en-GB" sz="1000" kern="1200" dirty="0">
            <a:latin typeface="Aptos" panose="020B0004020202020204" pitchFamily="34" charset="0"/>
          </a:endParaRPr>
        </a:p>
      </dsp:txBody>
      <dsp:txXfrm>
        <a:off x="10337431" y="3520955"/>
        <a:ext cx="2555534" cy="610398"/>
      </dsp:txXfrm>
    </dsp:sp>
    <dsp:sp modelId="{170E55DA-BDF2-0A4D-B897-D7E0D0D53E0C}">
      <dsp:nvSpPr>
        <dsp:cNvPr id="0" name=""/>
        <dsp:cNvSpPr/>
      </dsp:nvSpPr>
      <dsp:spPr>
        <a:xfrm rot="5400000">
          <a:off x="11558465" y="4207077"/>
          <a:ext cx="113466" cy="113466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A59553-03E6-0A4A-BD29-DBBFDC2DBDBA}">
      <dsp:nvSpPr>
        <dsp:cNvPr id="0" name=""/>
        <dsp:cNvSpPr/>
      </dsp:nvSpPr>
      <dsp:spPr>
        <a:xfrm>
          <a:off x="10318441" y="4377276"/>
          <a:ext cx="2593514" cy="64837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200" b="1" i="0" kern="1200" dirty="0">
              <a:latin typeface="Aptos" panose="020B0004020202020204" pitchFamily="34" charset="0"/>
            </a:rPr>
            <a:t>IMPACT</a:t>
          </a:r>
        </a:p>
      </dsp:txBody>
      <dsp:txXfrm>
        <a:off x="10337431" y="4396266"/>
        <a:ext cx="2555534" cy="610398"/>
      </dsp:txXfrm>
    </dsp:sp>
    <dsp:sp modelId="{192A6B81-3DBE-AF4A-8318-72BE0585D3DA}">
      <dsp:nvSpPr>
        <dsp:cNvPr id="0" name=""/>
        <dsp:cNvSpPr/>
      </dsp:nvSpPr>
      <dsp:spPr>
        <a:xfrm rot="5400000">
          <a:off x="11558465" y="5082388"/>
          <a:ext cx="113466" cy="113466"/>
        </a:xfrm>
        <a:prstGeom prst="rightArrow">
          <a:avLst>
            <a:gd name="adj1" fmla="val 667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6F90CF-F262-3F42-A788-BB0136C80D34}">
      <dsp:nvSpPr>
        <dsp:cNvPr id="0" name=""/>
        <dsp:cNvSpPr/>
      </dsp:nvSpPr>
      <dsp:spPr>
        <a:xfrm>
          <a:off x="10318441" y="5252587"/>
          <a:ext cx="2593514" cy="64837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b="0" i="0" kern="1200" dirty="0">
              <a:latin typeface="Aptos" panose="020B0004020202020204" pitchFamily="34" charset="0"/>
            </a:rPr>
            <a:t>Robust out-of-sample performance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b="0" i="0" u="none" kern="1200" dirty="0">
              <a:latin typeface="Aptos" panose="020B0004020202020204" pitchFamily="34" charset="0"/>
            </a:rPr>
            <a:t>Strict temporal causality (no look-ahead)</a:t>
          </a:r>
          <a:endParaRPr lang="en-IN" sz="1200" b="1" i="0" kern="1200" dirty="0">
            <a:latin typeface="Aptos" panose="020B0004020202020204" pitchFamily="34" charset="0"/>
          </a:endParaRPr>
        </a:p>
      </dsp:txBody>
      <dsp:txXfrm>
        <a:off x="10337431" y="5271577"/>
        <a:ext cx="2555534" cy="61039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785FA6-D698-1647-A32C-B18015B143CB}">
      <dsp:nvSpPr>
        <dsp:cNvPr id="0" name=""/>
        <dsp:cNvSpPr/>
      </dsp:nvSpPr>
      <dsp:spPr>
        <a:xfrm rot="10800000">
          <a:off x="2173339" y="2871"/>
          <a:ext cx="7669761" cy="96592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5948" tIns="72390" rIns="135128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i="0" u="none" kern="1200" dirty="0">
              <a:latin typeface="Aptos" panose="020B0004020202020204" pitchFamily="34" charset="0"/>
            </a:rPr>
            <a:t>TEMPORAL INTEGRITY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500" b="0" i="0" u="none" kern="1200" dirty="0">
              <a:latin typeface="Aptos" panose="020B0004020202020204" pitchFamily="34" charset="0"/>
            </a:rPr>
            <a:t>   Walk-forward training ensures every prediction uses only past data.</a:t>
          </a:r>
          <a:br>
            <a:rPr lang="en-IN" sz="1500" kern="1200" dirty="0">
              <a:latin typeface="Aptos" panose="020B0004020202020204" pitchFamily="34" charset="0"/>
            </a:rPr>
          </a:br>
          <a:r>
            <a:rPr lang="en-IN" sz="1500" b="0" i="0" u="none" kern="1200" dirty="0">
              <a:latin typeface="Aptos" panose="020B0004020202020204" pitchFamily="34" charset="0"/>
            </a:rPr>
            <a:t>No look-ahead, no leakage, deployment-faithful </a:t>
          </a:r>
          <a:r>
            <a:rPr lang="en-IN" sz="1500" b="0" i="0" kern="1200" dirty="0">
              <a:latin typeface="Aptos" panose="020B0004020202020204" pitchFamily="34" charset="0"/>
            </a:rPr>
            <a:t>by construction</a:t>
          </a:r>
          <a:r>
            <a:rPr lang="en-IN" sz="1500" b="0" i="0" u="none" kern="1200" dirty="0">
              <a:latin typeface="Aptos" panose="020B0004020202020204" pitchFamily="34" charset="0"/>
            </a:rPr>
            <a:t>.</a:t>
          </a:r>
          <a:endParaRPr lang="en-GB" sz="1500" b="1" kern="1200" dirty="0">
            <a:latin typeface="Aptos" panose="020B0004020202020204" pitchFamily="34" charset="0"/>
          </a:endParaRPr>
        </a:p>
      </dsp:txBody>
      <dsp:txXfrm rot="10800000">
        <a:off x="2414821" y="2871"/>
        <a:ext cx="7428279" cy="965928"/>
      </dsp:txXfrm>
    </dsp:sp>
    <dsp:sp modelId="{52EF084C-C995-E943-BBBD-ECEDBBA2C93B}">
      <dsp:nvSpPr>
        <dsp:cNvPr id="0" name=""/>
        <dsp:cNvSpPr/>
      </dsp:nvSpPr>
      <dsp:spPr>
        <a:xfrm>
          <a:off x="1564311" y="2359"/>
          <a:ext cx="965928" cy="96592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DB3ED7-4FD7-1F40-BA88-54239C56455A}">
      <dsp:nvSpPr>
        <dsp:cNvPr id="0" name=""/>
        <dsp:cNvSpPr/>
      </dsp:nvSpPr>
      <dsp:spPr>
        <a:xfrm rot="10800000">
          <a:off x="2173339" y="1257137"/>
          <a:ext cx="7669761" cy="96592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5948" tIns="72390" rIns="135128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i="0" u="none" kern="1200" dirty="0">
              <a:latin typeface="Aptos" panose="020B0004020202020204" pitchFamily="34" charset="0"/>
            </a:rPr>
            <a:t>Out-of-Sample STRENGTH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500" b="0" i="0" u="none" kern="1200" dirty="0">
              <a:latin typeface="Aptos" panose="020B0004020202020204" pitchFamily="34" charset="0"/>
            </a:rPr>
            <a:t>   Sharpe improves out-of-sample, indicating the signal is not overfit</a:t>
          </a:r>
          <a:br>
            <a:rPr lang="en-IN" sz="1500" kern="1200" dirty="0">
              <a:latin typeface="Aptos" panose="020B0004020202020204" pitchFamily="34" charset="0"/>
            </a:rPr>
          </a:br>
          <a:r>
            <a:rPr lang="en-IN" sz="1500" b="0" i="0" u="none" kern="1200" dirty="0">
              <a:latin typeface="Aptos" panose="020B0004020202020204" pitchFamily="34" charset="0"/>
            </a:rPr>
            <a:t>and stabilizes under unseen market conditions.</a:t>
          </a:r>
          <a:endParaRPr lang="en-GB" sz="1500" b="1" kern="1200" dirty="0">
            <a:latin typeface="Aptos" panose="020B0004020202020204" pitchFamily="34" charset="0"/>
          </a:endParaRPr>
        </a:p>
      </dsp:txBody>
      <dsp:txXfrm rot="10800000">
        <a:off x="2414821" y="1257137"/>
        <a:ext cx="7428279" cy="965928"/>
      </dsp:txXfrm>
    </dsp:sp>
    <dsp:sp modelId="{7CA873CB-0FB4-3C41-8842-2A30716864FA}">
      <dsp:nvSpPr>
        <dsp:cNvPr id="0" name=""/>
        <dsp:cNvSpPr/>
      </dsp:nvSpPr>
      <dsp:spPr>
        <a:xfrm>
          <a:off x="1564321" y="1279711"/>
          <a:ext cx="965928" cy="965928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809682-26D2-0943-AE93-34C52DE7E635}">
      <dsp:nvSpPr>
        <dsp:cNvPr id="0" name=""/>
        <dsp:cNvSpPr/>
      </dsp:nvSpPr>
      <dsp:spPr>
        <a:xfrm rot="10800000">
          <a:off x="2173339" y="2511402"/>
          <a:ext cx="7669761" cy="96592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5948" tIns="72390" rIns="135128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i="0" u="none" kern="1200" dirty="0">
              <a:latin typeface="Aptos" panose="020B0004020202020204" pitchFamily="34" charset="0"/>
            </a:rPr>
            <a:t>CAPACITY CONTROL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500" b="0" i="0" u="none" kern="1200" dirty="0">
              <a:latin typeface="Aptos" panose="020B0004020202020204" pitchFamily="34" charset="0"/>
            </a:rPr>
            <a:t>   Random Forest depth capped and minimum samples enforced to prevent memorization of short-term noise.</a:t>
          </a:r>
          <a:endParaRPr lang="en-GB" sz="1500" b="1" kern="1200" dirty="0">
            <a:latin typeface="Aptos" panose="020B0004020202020204" pitchFamily="34" charset="0"/>
          </a:endParaRPr>
        </a:p>
      </dsp:txBody>
      <dsp:txXfrm rot="10800000">
        <a:off x="2414821" y="2511402"/>
        <a:ext cx="7428279" cy="965928"/>
      </dsp:txXfrm>
    </dsp:sp>
    <dsp:sp modelId="{ABC24FBE-577D-964E-839A-0E82486D582F}">
      <dsp:nvSpPr>
        <dsp:cNvPr id="0" name=""/>
        <dsp:cNvSpPr/>
      </dsp:nvSpPr>
      <dsp:spPr>
        <a:xfrm>
          <a:off x="1589522" y="2524008"/>
          <a:ext cx="965928" cy="965928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A2CD57-6C2E-FA48-B257-B31C538E552C}">
      <dsp:nvSpPr>
        <dsp:cNvPr id="0" name=""/>
        <dsp:cNvSpPr/>
      </dsp:nvSpPr>
      <dsp:spPr>
        <a:xfrm rot="10800000">
          <a:off x="2173339" y="3765668"/>
          <a:ext cx="7669761" cy="96592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5948" tIns="72390" rIns="135128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i="0" u="none" kern="1200" dirty="0">
              <a:latin typeface="Aptos" panose="020B0004020202020204" pitchFamily="34" charset="0"/>
            </a:rPr>
            <a:t>REGIME ROBUSTNESS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500" b="0" i="0" u="none" kern="1200" dirty="0">
              <a:latin typeface="Aptos" panose="020B0004020202020204" pitchFamily="34" charset="0"/>
            </a:rPr>
            <a:t>  Strategy adapts exposure across volatility regimes instead of</a:t>
          </a:r>
          <a:br>
            <a:rPr lang="en-IN" sz="1500" kern="1200" dirty="0">
              <a:latin typeface="Aptos" panose="020B0004020202020204" pitchFamily="34" charset="0"/>
            </a:rPr>
          </a:br>
          <a:r>
            <a:rPr lang="en-IN" sz="1500" b="0" i="0" u="none" kern="1200" dirty="0">
              <a:latin typeface="Aptos" panose="020B0004020202020204" pitchFamily="34" charset="0"/>
            </a:rPr>
            <a:t>forcing constant market exposure.</a:t>
          </a:r>
          <a:endParaRPr lang="en-GB" sz="1500" b="1" kern="1200" dirty="0">
            <a:latin typeface="Aptos" panose="020B0004020202020204" pitchFamily="34" charset="0"/>
          </a:endParaRPr>
        </a:p>
      </dsp:txBody>
      <dsp:txXfrm rot="10800000">
        <a:off x="2414821" y="3765668"/>
        <a:ext cx="7428279" cy="965928"/>
      </dsp:txXfrm>
    </dsp:sp>
    <dsp:sp modelId="{9BCD785C-7D88-E141-874C-124A3618432B}">
      <dsp:nvSpPr>
        <dsp:cNvPr id="0" name=""/>
        <dsp:cNvSpPr/>
      </dsp:nvSpPr>
      <dsp:spPr>
        <a:xfrm>
          <a:off x="1593395" y="3768540"/>
          <a:ext cx="965928" cy="965928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BE139B-A0B2-464C-A36B-E5B1B46F9B1C}">
      <dsp:nvSpPr>
        <dsp:cNvPr id="0" name=""/>
        <dsp:cNvSpPr/>
      </dsp:nvSpPr>
      <dsp:spPr>
        <a:xfrm>
          <a:off x="1337813" y="1981"/>
          <a:ext cx="5359101" cy="9212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i="0" u="none" kern="1200" dirty="0">
              <a:latin typeface="Aptos" panose="020B0004020202020204" pitchFamily="34" charset="0"/>
            </a:rPr>
            <a:t>LIMITATIONS</a:t>
          </a:r>
          <a:endParaRPr lang="en-GB" sz="2600" b="1" kern="1200" dirty="0">
            <a:latin typeface="Aptos" panose="020B0004020202020204" pitchFamily="34" charset="0"/>
          </a:endParaRPr>
        </a:p>
      </dsp:txBody>
      <dsp:txXfrm>
        <a:off x="1364795" y="28963"/>
        <a:ext cx="5305137" cy="867260"/>
      </dsp:txXfrm>
    </dsp:sp>
    <dsp:sp modelId="{174F24B8-C4C1-3943-B833-FF43511CE1F8}">
      <dsp:nvSpPr>
        <dsp:cNvPr id="0" name=""/>
        <dsp:cNvSpPr/>
      </dsp:nvSpPr>
      <dsp:spPr>
        <a:xfrm>
          <a:off x="1337813" y="1462523"/>
          <a:ext cx="921224" cy="921224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BD2A04-BB96-8B4B-8F29-F3B0342B4E96}">
      <dsp:nvSpPr>
        <dsp:cNvPr id="0" name=""/>
        <dsp:cNvSpPr/>
      </dsp:nvSpPr>
      <dsp:spPr>
        <a:xfrm>
          <a:off x="2314312" y="1089026"/>
          <a:ext cx="4382603" cy="1668218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b="1" i="0" kern="1200" dirty="0">
              <a:latin typeface="Aptos" panose="020B0004020202020204" pitchFamily="34" charset="0"/>
            </a:rPr>
            <a:t>Short </a:t>
          </a:r>
          <a:r>
            <a:rPr lang="en-IN" sz="1200" b="1" i="0" kern="1200" dirty="0" err="1">
              <a:latin typeface="Aptos" panose="020B0004020202020204" pitchFamily="34" charset="0"/>
            </a:rPr>
            <a:t>Backtest</a:t>
          </a:r>
          <a:r>
            <a:rPr lang="en-IN" sz="1200" b="1" i="0" kern="1200" dirty="0">
              <a:latin typeface="Aptos" panose="020B0004020202020204" pitchFamily="34" charset="0"/>
            </a:rPr>
            <a:t> Horizon (Problem-Imposed)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200" b="1" i="0" kern="1200" dirty="0">
              <a:latin typeface="Aptos" panose="020B0004020202020204" pitchFamily="34" charset="0"/>
            </a:rPr>
            <a:t>Data window restricted to ~2 months</a:t>
          </a:r>
          <a:br>
            <a:rPr lang="en-IN" sz="1200" b="0" i="0" kern="1200" dirty="0">
              <a:latin typeface="Aptos" panose="020B0004020202020204" pitchFamily="34" charset="0"/>
            </a:rPr>
          </a:br>
          <a:r>
            <a:rPr lang="en-IN" sz="1200" b="0" i="0" kern="1200" dirty="0">
              <a:latin typeface="Aptos" panose="020B0004020202020204" pitchFamily="34" charset="0"/>
            </a:rPr>
            <a:t>(1 Nov 2025 – 31 Dec 2025)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200" b="0" i="0" kern="1200" dirty="0">
              <a:latin typeface="Aptos" panose="020B0004020202020204" pitchFamily="34" charset="0"/>
            </a:rPr>
            <a:t>Limits exposure to </a:t>
          </a:r>
          <a:r>
            <a:rPr lang="en-IN" sz="1200" b="1" i="0" kern="1200" dirty="0">
              <a:latin typeface="Aptos" panose="020B0004020202020204" pitchFamily="34" charset="0"/>
            </a:rPr>
            <a:t>few market regimes</a:t>
          </a:r>
          <a:endParaRPr lang="en-GB" sz="1200" kern="1200" dirty="0">
            <a:latin typeface="Aptos" panose="020B00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200" b="0" i="0" kern="1200" dirty="0">
              <a:latin typeface="Aptos" panose="020B0004020202020204" pitchFamily="34" charset="0"/>
            </a:rPr>
            <a:t>Restricts long-horizon statistics (e.g., crisis behaviour)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200" b="0" i="0" kern="1200" dirty="0" err="1">
              <a:latin typeface="Aptos" panose="020B0004020202020204" pitchFamily="34" charset="0"/>
            </a:rPr>
            <a:t>Backtest</a:t>
          </a:r>
          <a:r>
            <a:rPr lang="en-IN" sz="1200" b="0" i="0" kern="1200" dirty="0">
              <a:latin typeface="Aptos" panose="020B0004020202020204" pitchFamily="34" charset="0"/>
            </a:rPr>
            <a:t> length is </a:t>
          </a:r>
          <a:r>
            <a:rPr lang="en-IN" sz="1200" b="1" i="0" kern="1200" dirty="0">
              <a:latin typeface="Aptos" panose="020B0004020202020204" pitchFamily="34" charset="0"/>
            </a:rPr>
            <a:t>not a </a:t>
          </a:r>
          <a:r>
            <a:rPr lang="en-IN" sz="1200" b="1" i="0" kern="1200" dirty="0" err="1">
              <a:latin typeface="Aptos" panose="020B0004020202020204" pitchFamily="34" charset="0"/>
            </a:rPr>
            <a:t>modeling</a:t>
          </a:r>
          <a:r>
            <a:rPr lang="en-IN" sz="1200" b="1" i="0" kern="1200" dirty="0">
              <a:latin typeface="Aptos" panose="020B0004020202020204" pitchFamily="34" charset="0"/>
            </a:rPr>
            <a:t> choice</a:t>
          </a:r>
          <a:endParaRPr lang="en-GB" sz="1200" kern="1200" dirty="0">
            <a:latin typeface="Aptos" panose="020B0004020202020204" pitchFamily="34" charset="0"/>
          </a:endParaRPr>
        </a:p>
      </dsp:txBody>
      <dsp:txXfrm>
        <a:off x="2395762" y="1170476"/>
        <a:ext cx="4219703" cy="1505318"/>
      </dsp:txXfrm>
    </dsp:sp>
    <dsp:sp modelId="{C7BA6CCD-1392-B74D-B441-12AD337AF6C4}">
      <dsp:nvSpPr>
        <dsp:cNvPr id="0" name=""/>
        <dsp:cNvSpPr/>
      </dsp:nvSpPr>
      <dsp:spPr>
        <a:xfrm>
          <a:off x="1337813" y="3047422"/>
          <a:ext cx="921224" cy="921224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047FAC-BCEB-9C4D-A4E7-B824C0BDCD86}">
      <dsp:nvSpPr>
        <dsp:cNvPr id="0" name=""/>
        <dsp:cNvSpPr/>
      </dsp:nvSpPr>
      <dsp:spPr>
        <a:xfrm>
          <a:off x="2314312" y="2867792"/>
          <a:ext cx="4382603" cy="128048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b="1" i="0" kern="1200" dirty="0">
              <a:latin typeface="Aptos" panose="020B0004020202020204" pitchFamily="34" charset="0"/>
            </a:rPr>
            <a:t>47 total days, 37 executed trades</a:t>
          </a:r>
          <a:endParaRPr lang="en-IN" sz="1200" b="0" i="0" kern="1200" dirty="0">
            <a:latin typeface="Aptos" panose="020B00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200" b="0" i="0" kern="1200" dirty="0">
              <a:latin typeface="Aptos" panose="020B0004020202020204" pitchFamily="34" charset="0"/>
            </a:rPr>
            <a:t>Performance metrics have </a:t>
          </a:r>
          <a:r>
            <a:rPr lang="en-IN" sz="1200" b="1" i="0" kern="1200" dirty="0">
              <a:latin typeface="Aptos" panose="020B0004020202020204" pitchFamily="34" charset="0"/>
            </a:rPr>
            <a:t>higher variance</a:t>
          </a:r>
          <a:endParaRPr lang="en-IN" sz="1200" b="0" i="0" kern="1200" dirty="0">
            <a:latin typeface="Aptos" panose="020B00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200" b="0" i="0" kern="1200" dirty="0">
              <a:latin typeface="Aptos" panose="020B0004020202020204" pitchFamily="34" charset="0"/>
            </a:rPr>
            <a:t>Sharpe and drawdown estimates are </a:t>
          </a:r>
          <a:r>
            <a:rPr lang="en-IN" sz="1200" b="1" i="0" kern="1200" dirty="0">
              <a:latin typeface="Aptos" panose="020B0004020202020204" pitchFamily="34" charset="0"/>
            </a:rPr>
            <a:t>directional, not asymptotic</a:t>
          </a:r>
          <a:endParaRPr lang="en-IN" sz="1200" b="0" i="0" kern="1200" dirty="0">
            <a:latin typeface="Aptos" panose="020B000402020202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200" b="0" i="0" kern="1200" dirty="0">
              <a:latin typeface="Aptos" panose="020B0004020202020204" pitchFamily="34" charset="0"/>
            </a:rPr>
            <a:t>Emphasis shifts from magnitude → </a:t>
          </a:r>
          <a:r>
            <a:rPr lang="en-IN" sz="1200" b="1" i="0" kern="1200" dirty="0" err="1">
              <a:latin typeface="Aptos" panose="020B0004020202020204" pitchFamily="34" charset="0"/>
            </a:rPr>
            <a:t>behavioral</a:t>
          </a:r>
          <a:r>
            <a:rPr lang="en-IN" sz="1200" b="1" i="0" kern="1200" dirty="0">
              <a:latin typeface="Aptos" panose="020B0004020202020204" pitchFamily="34" charset="0"/>
            </a:rPr>
            <a:t> consistency</a:t>
          </a:r>
          <a:endParaRPr lang="en-GB" sz="1200" kern="1200" dirty="0">
            <a:latin typeface="Aptos" panose="020B0004020202020204" pitchFamily="34" charset="0"/>
          </a:endParaRPr>
        </a:p>
      </dsp:txBody>
      <dsp:txXfrm>
        <a:off x="2376831" y="2930311"/>
        <a:ext cx="4257565" cy="1155446"/>
      </dsp:txXfrm>
    </dsp:sp>
    <dsp:sp modelId="{4E81E794-4990-DB42-B1E1-68BB780ADC16}">
      <dsp:nvSpPr>
        <dsp:cNvPr id="0" name=""/>
        <dsp:cNvSpPr/>
      </dsp:nvSpPr>
      <dsp:spPr>
        <a:xfrm>
          <a:off x="1337813" y="4430134"/>
          <a:ext cx="921224" cy="921224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E73E1C-9C26-C741-AE60-B79B4A98C4DD}">
      <dsp:nvSpPr>
        <dsp:cNvPr id="0" name=""/>
        <dsp:cNvSpPr/>
      </dsp:nvSpPr>
      <dsp:spPr>
        <a:xfrm>
          <a:off x="2314312" y="4258823"/>
          <a:ext cx="4382603" cy="126384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 dirty="0">
              <a:latin typeface="Aptos" panose="020B0004020202020204" pitchFamily="34" charset="0"/>
              <a:ea typeface="ADLaM Display" panose="02010000000000000000" pitchFamily="2" charset="77"/>
              <a:cs typeface="ADLaM Display" panose="02010000000000000000" pitchFamily="2" charset="77"/>
            </a:rPr>
            <a:t>Strategy tested on </a:t>
          </a:r>
          <a:r>
            <a:rPr lang="en-IN" sz="1200" b="1" i="0" kern="1200" dirty="0">
              <a:latin typeface="Aptos" panose="020B0004020202020204" pitchFamily="34" charset="0"/>
              <a:ea typeface="ADLaM Display" panose="02010000000000000000" pitchFamily="2" charset="77"/>
              <a:cs typeface="ADLaM Display" panose="02010000000000000000" pitchFamily="2" charset="77"/>
            </a:rPr>
            <a:t>one NSE-listed equity</a:t>
          </a:r>
          <a:endParaRPr lang="en-GB" sz="1200" kern="1200" dirty="0">
            <a:latin typeface="Aptos" panose="020B0004020202020204" pitchFamily="34" charset="0"/>
            <a:ea typeface="ADLaM Display" panose="02010000000000000000" pitchFamily="2" charset="77"/>
            <a:cs typeface="ADLaM Display" panose="02010000000000000000" pitchFamily="2" charset="77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200" b="0" i="0" kern="1200" dirty="0">
              <a:latin typeface="Aptos" panose="020B0004020202020204" pitchFamily="34" charset="0"/>
              <a:ea typeface="ADLaM Display" panose="02010000000000000000" pitchFamily="2" charset="77"/>
              <a:cs typeface="ADLaM Display" panose="02010000000000000000" pitchFamily="2" charset="77"/>
            </a:rPr>
            <a:t>No cross-sectional diversification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200" b="0" i="0" kern="1200" dirty="0">
              <a:latin typeface="Aptos" panose="020B0004020202020204" pitchFamily="34" charset="0"/>
              <a:ea typeface="ADLaM Display" panose="02010000000000000000" pitchFamily="2" charset="77"/>
              <a:cs typeface="ADLaM Display" panose="02010000000000000000" pitchFamily="2" charset="77"/>
            </a:rPr>
            <a:t>Results reflect </a:t>
          </a:r>
          <a:r>
            <a:rPr lang="en-IN" sz="1200" b="1" i="0" kern="1200" dirty="0">
              <a:latin typeface="Aptos" panose="020B0004020202020204" pitchFamily="34" charset="0"/>
              <a:ea typeface="ADLaM Display" panose="02010000000000000000" pitchFamily="2" charset="77"/>
              <a:cs typeface="ADLaM Display" panose="02010000000000000000" pitchFamily="2" charset="77"/>
            </a:rPr>
            <a:t>signal quality</a:t>
          </a:r>
          <a:r>
            <a:rPr lang="en-IN" sz="1200" b="0" i="0" kern="1200" dirty="0">
              <a:latin typeface="Aptos" panose="020B0004020202020204" pitchFamily="34" charset="0"/>
              <a:ea typeface="ADLaM Display" panose="02010000000000000000" pitchFamily="2" charset="77"/>
              <a:cs typeface="ADLaM Display" panose="02010000000000000000" pitchFamily="2" charset="77"/>
            </a:rPr>
            <a:t>, not portfolio construction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200" b="0" i="0" kern="1200" dirty="0">
              <a:latin typeface="Aptos" panose="020B0004020202020204" pitchFamily="34" charset="0"/>
              <a:ea typeface="ADLaM Display" panose="02010000000000000000" pitchFamily="2" charset="77"/>
              <a:cs typeface="ADLaM Display" panose="02010000000000000000" pitchFamily="2" charset="77"/>
            </a:rPr>
            <a:t>Generalization tested </a:t>
          </a:r>
          <a:r>
            <a:rPr lang="en-IN" sz="1200" b="1" i="0" kern="1200" dirty="0">
              <a:latin typeface="Aptos" panose="020B0004020202020204" pitchFamily="34" charset="0"/>
              <a:ea typeface="ADLaM Display" panose="02010000000000000000" pitchFamily="2" charset="77"/>
              <a:cs typeface="ADLaM Display" panose="02010000000000000000" pitchFamily="2" charset="77"/>
            </a:rPr>
            <a:t>temporally</a:t>
          </a:r>
          <a:r>
            <a:rPr lang="en-IN" sz="1200" b="0" i="0" kern="1200" dirty="0">
              <a:latin typeface="Aptos" panose="020B0004020202020204" pitchFamily="34" charset="0"/>
              <a:ea typeface="ADLaM Display" panose="02010000000000000000" pitchFamily="2" charset="77"/>
              <a:cs typeface="ADLaM Display" panose="02010000000000000000" pitchFamily="2" charset="77"/>
            </a:rPr>
            <a:t>, not cross-sectionally</a:t>
          </a:r>
        </a:p>
      </dsp:txBody>
      <dsp:txXfrm>
        <a:off x="2376019" y="4320530"/>
        <a:ext cx="4259189" cy="114043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BE139B-A0B2-464C-A36B-E5B1B46F9B1C}">
      <dsp:nvSpPr>
        <dsp:cNvPr id="0" name=""/>
        <dsp:cNvSpPr/>
      </dsp:nvSpPr>
      <dsp:spPr>
        <a:xfrm>
          <a:off x="1577129" y="1174"/>
          <a:ext cx="4880470" cy="13336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b="1" i="0" u="none" kern="1200" dirty="0">
              <a:latin typeface="Aptos" panose="020B0004020202020204" pitchFamily="34" charset="0"/>
            </a:rPr>
            <a:t>FUTURE SCOPE &amp; ROADMAP </a:t>
          </a:r>
          <a:r>
            <a:rPr lang="en-GB" sz="2200" b="1" i="0" u="none" kern="1200" dirty="0">
              <a:latin typeface="Aptos" panose="020B0004020202020204" pitchFamily="34" charset="0"/>
            </a:rPr>
            <a:t>Moving from Signal Generation to Fund Management</a:t>
          </a:r>
          <a:endParaRPr lang="en-GB" sz="2200" b="1" kern="1200" dirty="0">
            <a:latin typeface="Aptos" panose="020B0004020202020204" pitchFamily="34" charset="0"/>
          </a:endParaRPr>
        </a:p>
      </dsp:txBody>
      <dsp:txXfrm>
        <a:off x="1616190" y="40235"/>
        <a:ext cx="4802348" cy="1255504"/>
      </dsp:txXfrm>
    </dsp:sp>
    <dsp:sp modelId="{174F24B8-C4C1-3943-B833-FF43511CE1F8}">
      <dsp:nvSpPr>
        <dsp:cNvPr id="0" name=""/>
        <dsp:cNvSpPr/>
      </dsp:nvSpPr>
      <dsp:spPr>
        <a:xfrm>
          <a:off x="1577129" y="1825950"/>
          <a:ext cx="838948" cy="838948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BD2A04-BB96-8B4B-8F29-F3B0342B4E96}">
      <dsp:nvSpPr>
        <dsp:cNvPr id="0" name=""/>
        <dsp:cNvSpPr/>
      </dsp:nvSpPr>
      <dsp:spPr>
        <a:xfrm>
          <a:off x="2466414" y="1485811"/>
          <a:ext cx="3991184" cy="1519226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400" b="1" kern="1200" dirty="0">
              <a:latin typeface="Aptos" panose="020B0004020202020204" pitchFamily="34" charset="0"/>
            </a:rPr>
            <a:t>From Single-Stock to Portfolio:</a:t>
          </a:r>
          <a:endParaRPr lang="en-IN" sz="1400" b="1" i="0" kern="1200" dirty="0">
            <a:latin typeface="Aptos" panose="020B0004020202020204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kern="1200" dirty="0">
              <a:latin typeface="Aptos" panose="020B0004020202020204" pitchFamily="34" charset="0"/>
            </a:rPr>
            <a:t> Deploy strategy across Nifty 50 universe to diversify idiosyncratic risk.</a:t>
          </a:r>
          <a:endParaRPr lang="en-IN" sz="1400" b="1" i="0" kern="1200" dirty="0">
            <a:latin typeface="Aptos" panose="020B0004020202020204" pitchFamily="34" charset="0"/>
          </a:endParaRPr>
        </a:p>
      </dsp:txBody>
      <dsp:txXfrm>
        <a:off x="2540590" y="1559987"/>
        <a:ext cx="3842832" cy="1370874"/>
      </dsp:txXfrm>
    </dsp:sp>
    <dsp:sp modelId="{C7BA6CCD-1392-B74D-B441-12AD337AF6C4}">
      <dsp:nvSpPr>
        <dsp:cNvPr id="0" name=""/>
        <dsp:cNvSpPr/>
      </dsp:nvSpPr>
      <dsp:spPr>
        <a:xfrm>
          <a:off x="1577129" y="3269298"/>
          <a:ext cx="838948" cy="838948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047FAC-BCEB-9C4D-A4E7-B824C0BDCD86}">
      <dsp:nvSpPr>
        <dsp:cNvPr id="0" name=""/>
        <dsp:cNvSpPr/>
      </dsp:nvSpPr>
      <dsp:spPr>
        <a:xfrm>
          <a:off x="2466414" y="3105711"/>
          <a:ext cx="3991184" cy="116612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400" b="1" kern="1200" dirty="0">
              <a:latin typeface="Aptos" panose="020B0004020202020204" pitchFamily="34" charset="0"/>
            </a:rPr>
            <a:t>Dynamic Regime Adaptation:</a:t>
          </a:r>
          <a:endParaRPr lang="en-IN" sz="1400" b="1" i="0" kern="1200" dirty="0">
            <a:latin typeface="Aptos" panose="020B0004020202020204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kern="1200" dirty="0">
              <a:latin typeface="Aptos" panose="020B0004020202020204" pitchFamily="34" charset="0"/>
            </a:rPr>
            <a:t>Instead of fixed thresholds (0.55), </a:t>
          </a:r>
          <a:endParaRPr lang="en-IN" sz="1400" b="0" i="0" kern="1200" dirty="0">
            <a:latin typeface="Aptos" panose="020B0004020202020204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kern="1200" dirty="0">
              <a:latin typeface="Aptos" panose="020B0004020202020204" pitchFamily="34" charset="0"/>
            </a:rPr>
            <a:t>implement Adaptive Thresholding based on real-time market volatility</a:t>
          </a:r>
          <a:endParaRPr lang="en-IN" sz="1400" b="0" i="0" kern="1200" dirty="0">
            <a:latin typeface="Aptos" panose="020B0004020202020204" pitchFamily="34" charset="0"/>
          </a:endParaRPr>
        </a:p>
      </dsp:txBody>
      <dsp:txXfrm>
        <a:off x="2523350" y="3162647"/>
        <a:ext cx="3877312" cy="1052249"/>
      </dsp:txXfrm>
    </dsp:sp>
    <dsp:sp modelId="{4E81E794-4990-DB42-B1E1-68BB780ADC16}">
      <dsp:nvSpPr>
        <dsp:cNvPr id="0" name=""/>
        <dsp:cNvSpPr/>
      </dsp:nvSpPr>
      <dsp:spPr>
        <a:xfrm>
          <a:off x="1577129" y="4528518"/>
          <a:ext cx="838948" cy="838948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E73E1C-9C26-C741-AE60-B79B4A98C4DD}">
      <dsp:nvSpPr>
        <dsp:cNvPr id="0" name=""/>
        <dsp:cNvSpPr/>
      </dsp:nvSpPr>
      <dsp:spPr>
        <a:xfrm>
          <a:off x="2466414" y="4372507"/>
          <a:ext cx="3991184" cy="1150970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Aptos" panose="020B0004020202020204" pitchFamily="34" charset="0"/>
            </a:rPr>
            <a:t>Production Hardening:</a:t>
          </a:r>
          <a:endParaRPr lang="en-GB" sz="1400" b="1" kern="1200" dirty="0">
            <a:latin typeface="Aptos" panose="020B0004020202020204" pitchFamily="34" charset="0"/>
            <a:ea typeface="ADLaM Display" panose="02010000000000000000" pitchFamily="2" charset="77"/>
            <a:cs typeface="ADLaM Display" panose="02010000000000000000" pitchFamily="2" charset="77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400" kern="1200" dirty="0">
              <a:latin typeface="Aptos" panose="020B0004020202020204" pitchFamily="34" charset="0"/>
            </a:rPr>
            <a:t>Deploy Slippage Modelling and Transaction Cost Optimization to simulate realistic institutional trading environments.</a:t>
          </a:r>
          <a:endParaRPr lang="en-GB" sz="1400" kern="1200" dirty="0">
            <a:latin typeface="Aptos" panose="020B0004020202020204" pitchFamily="34" charset="0"/>
            <a:ea typeface="ADLaM Display" panose="02010000000000000000" pitchFamily="2" charset="77"/>
            <a:cs typeface="ADLaM Display" panose="02010000000000000000" pitchFamily="2" charset="77"/>
          </a:endParaRPr>
        </a:p>
      </dsp:txBody>
      <dsp:txXfrm>
        <a:off x="2522610" y="4428703"/>
        <a:ext cx="3878792" cy="1038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4">
  <dgm:title val=""/>
  <dgm:desc val=""/>
  <dgm:catLst>
    <dgm:cat type="pyramid" pri="4000"/>
    <dgm:cat type="relationship" pri="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varLst>
      <dgm:chMax val="9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4">
        <dgm:choose name="Name2">
          <dgm:if name="Name3" axis="ch" ptType="node" func="cnt" op="equ" val="1">
            <dgm:constrLst>
              <dgm:constr type="primFontSz" for="ch" ptType="node" op="equ" val="65"/>
              <dgm:constr type="t" for="ch" forName="triangle1"/>
              <dgm:constr type="l" for="ch" forName="triangle1"/>
              <dgm:constr type="h" for="ch" forName="triangle1" refType="h"/>
              <dgm:constr type="w" for="ch" forName="triangle1" refType="h"/>
            </dgm:constrLst>
          </dgm:if>
          <dgm:else name="Name4">
            <dgm:constrLst>
              <dgm:constr type="primFontSz" for="ch" ptType="node" op="equ" val="65"/>
              <dgm:constr type="t" for="ch" forName="triangle1"/>
              <dgm:constr type="l" for="ch" forName="triangle1" refType="h" fact="0.25"/>
              <dgm:constr type="h" for="ch" forName="triangle1" refType="h" fact="0.5"/>
              <dgm:constr type="w" for="ch" forName="triangle1" refType="h" fact="0.5"/>
              <dgm:constr type="t" for="ch" forName="triangle2" refType="h" fact="0.5"/>
              <dgm:constr type="l" for="ch" forName="triangle2"/>
              <dgm:constr type="h" for="ch" forName="triangle2" refType="h" fact="0.5"/>
              <dgm:constr type="w" for="ch" forName="triangle2" refType="h" fact="0.5"/>
              <dgm:constr type="t" for="ch" forName="triangle3" refType="h" fact="0.5"/>
              <dgm:constr type="l" for="ch" forName="triangle3" refType="h" fact="0.25"/>
              <dgm:constr type="h" for="ch" forName="triangle3" refType="h" fact="0.5"/>
              <dgm:constr type="w" for="ch" forName="triangle3" refType="h" fact="0.5"/>
              <dgm:constr type="t" for="ch" forName="triangle4" refType="h" fact="0.5"/>
              <dgm:constr type="l" for="ch" forName="triangle4" refType="h" fact="0.5"/>
              <dgm:constr type="h" for="ch" forName="triangle4" refType="h" fact="0.5"/>
              <dgm:constr type="w" for="ch" forName="triangle4" refType="h" fact="0.5"/>
            </dgm:constrLst>
          </dgm:else>
        </dgm:choose>
      </dgm:if>
      <dgm:else name="Name5">
        <dgm:constrLst>
          <dgm:constr type="primFontSz" for="ch" ptType="node" op="equ" val="65"/>
          <dgm:constr type="t" for="ch" forName="triangle1"/>
          <dgm:constr type="l" for="ch" forName="triangle1" refType="h" fact="0.33"/>
          <dgm:constr type="h" for="ch" forName="triangle1" refType="h" fact="0.33"/>
          <dgm:constr type="w" for="ch" forName="triangle1" refType="h" fact="0.33"/>
          <dgm:constr type="t" for="ch" forName="triangle2" refType="h" fact="0.33"/>
          <dgm:constr type="l" for="ch" forName="triangle2" refType="h" fact="0.165"/>
          <dgm:constr type="h" for="ch" forName="triangle2" refType="h" fact="0.33"/>
          <dgm:constr type="w" for="ch" forName="triangle2" refType="h" fact="0.33"/>
          <dgm:constr type="t" for="ch" forName="triangle3" refType="h" fact="0.33"/>
          <dgm:constr type="l" for="ch" forName="triangle3" refType="h" fact="0.33"/>
          <dgm:constr type="h" for="ch" forName="triangle3" refType="h" fact="0.33"/>
          <dgm:constr type="w" for="ch" forName="triangle3" refType="h" fact="0.33"/>
          <dgm:constr type="t" for="ch" forName="triangle4" refType="h" fact="0.33"/>
          <dgm:constr type="l" for="ch" forName="triangle4" refType="h" fact="0.495"/>
          <dgm:constr type="h" for="ch" forName="triangle4" refType="h" fact="0.33"/>
          <dgm:constr type="w" for="ch" forName="triangle4" refType="h" fact="0.33"/>
          <dgm:constr type="t" for="ch" forName="triangle5" refType="h" fact="0.66"/>
          <dgm:constr type="l" for="ch" forName="triangle5"/>
          <dgm:constr type="h" for="ch" forName="triangle5" refType="h" fact="0.33"/>
          <dgm:constr type="w" for="ch" forName="triangle5" refType="h" fact="0.33"/>
          <dgm:constr type="t" for="ch" forName="triangle6" refType="h" fact="0.66"/>
          <dgm:constr type="l" for="ch" forName="triangle6" refType="h" fact="0.165"/>
          <dgm:constr type="h" for="ch" forName="triangle6" refType="h" fact="0.33"/>
          <dgm:constr type="w" for="ch" forName="triangle6" refType="h" fact="0.33"/>
          <dgm:constr type="t" for="ch" forName="triangle7" refType="h" fact="0.66"/>
          <dgm:constr type="l" for="ch" forName="triangle7" refType="h" fact="0.33"/>
          <dgm:constr type="h" for="ch" forName="triangle7" refType="h" fact="0.33"/>
          <dgm:constr type="w" for="ch" forName="triangle7" refType="h" fact="0.33"/>
          <dgm:constr type="t" for="ch" forName="triangle8" refType="h" fact="0.66"/>
          <dgm:constr type="l" for="ch" forName="triangle8" refType="h" fact="0.495"/>
          <dgm:constr type="h" for="ch" forName="triangle8" refType="h" fact="0.33"/>
          <dgm:constr type="w" for="ch" forName="triangle8" refType="h" fact="0.33"/>
          <dgm:constr type="t" for="ch" forName="triangle9" refType="h" fact="0.66"/>
          <dgm:constr type="l" for="ch" forName="triangle9" refType="h" fact="0.66"/>
          <dgm:constr type="h" for="ch" forName="triangle9" refType="h" fact="0.33"/>
          <dgm:constr type="w" for="ch" forName="triangle9" refType="h" fact="0.33"/>
        </dgm:constrLst>
      </dgm:else>
    </dgm:choose>
    <dgm:ruleLst/>
    <dgm:choose name="Name6">
      <dgm:if name="Name7" axis="ch" ptType="node" func="cnt" op="gte" val="1">
        <dgm:layoutNode name="triangle1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8"/>
    </dgm:choose>
    <dgm:choose name="Name9">
      <dgm:if name="Name10" axis="ch" ptType="node" func="cnt" op="gte" val="2">
        <dgm:layoutNode name="triangle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1">
            <dgm:if name="Name12" func="var" arg="dir" op="equ" val="norm">
              <dgm:presOf axis="ch desOrSelf" ptType="node node" st="2 1" cnt="1 0"/>
            </dgm:if>
            <dgm:else name="Name13">
              <dgm:presOf axis="ch desOrSelf" ptType="node node" st="4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3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4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4">
            <dgm:if name="Name15" func="var" arg="dir" op="equ" val="norm">
              <dgm:presOf axis="ch desOrSelf" ptType="node node" st="4 1" cnt="1 0"/>
            </dgm:if>
            <dgm:else name="Name16">
              <dgm:presOf axis="ch desOrSelf" ptType="node node" st="2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17"/>
    </dgm:choose>
    <dgm:choose name="Name18">
      <dgm:if name="Name19" axis="ch" ptType="node" func="cnt" op="gte" val="5">
        <dgm:layoutNode name="triangle5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0">
            <dgm:if name="Name21" func="var" arg="dir" op="equ" val="norm">
              <dgm:presOf axis="ch desOrSelf" ptType="node node" st="5 1" cnt="1 0"/>
            </dgm:if>
            <dgm:else name="Name22">
              <dgm:presOf axis="ch desOrSelf" ptType="node node" st="9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6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3">
            <dgm:if name="Name24" func="var" arg="dir" op="equ" val="norm">
              <dgm:presOf axis="ch desOrSelf" ptType="node node" st="6 1" cnt="1 0"/>
            </dgm:if>
            <dgm:else name="Name25">
              <dgm:presOf axis="ch desOrSelf" ptType="node node" st="8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7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7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8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6">
            <dgm:if name="Name27" func="var" arg="dir" op="equ" val="norm">
              <dgm:presOf axis="ch desOrSelf" ptType="node node" st="8 1" cnt="1 0"/>
            </dgm:if>
            <dgm:else name="Name28">
              <dgm:presOf axis="ch desOrSelf" ptType="node node" st="6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9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9">
            <dgm:if name="Name30" func="var" arg="dir" op="equ" val="norm">
              <dgm:presOf axis="ch desOrSelf" ptType="node node" st="9 1" cnt="1 0"/>
            </dgm:if>
            <dgm:else name="Name31">
              <dgm:presOf axis="ch desOrSelf" ptType="node node" st="5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2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91848-09A5-FC48-9095-C79B2F0D4CD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906F24-B0C3-364B-B505-1E8DB34CC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472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06F24-B0C3-364B-B505-1E8DB34CCB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641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06F24-B0C3-364B-B505-1E8DB34CCB3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206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06F24-B0C3-364B-B505-1E8DB34CCB3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020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20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751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709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99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636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523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214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875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55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47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92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0401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13" Type="http://schemas.openxmlformats.org/officeDocument/2006/relationships/diagramLayout" Target="../diagrams/layout8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8.xml"/><Relationship Id="rId12" Type="http://schemas.openxmlformats.org/officeDocument/2006/relationships/diagramData" Target="../diagrams/data9.xml"/><Relationship Id="rId2" Type="http://schemas.openxmlformats.org/officeDocument/2006/relationships/diagramData" Target="../diagrams/data7.xml"/><Relationship Id="rId16" Type="http://schemas.microsoft.com/office/2007/relationships/diagramDrawing" Target="../diagrams/drawing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5" Type="http://schemas.openxmlformats.org/officeDocument/2006/relationships/diagramColors" Target="../diagrams/colors8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Relationship Id="rId1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941932-D4CD-25D6-7B6A-19E9B92C0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723900"/>
            <a:ext cx="5527905" cy="368598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Signal Cartel</a:t>
            </a:r>
            <a:br>
              <a:rPr lang="en-IN" dirty="0"/>
            </a:br>
            <a:r>
              <a:rPr lang="en-IN" sz="5000" i="1" dirty="0"/>
              <a:t>A Probabilistic Directional Trading STRATEGY</a:t>
            </a:r>
            <a:br>
              <a:rPr lang="en-IN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9AD864-BB28-3600-553C-5AD1C27518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23776" y="4968534"/>
            <a:ext cx="3940893" cy="72492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STOCK</a:t>
            </a:r>
            <a:r>
              <a:rPr lang="en-US" dirty="0"/>
              <a:t> : </a:t>
            </a:r>
            <a:r>
              <a:rPr lang="en-IN" b="1" dirty="0"/>
              <a:t>SONATSOFTW.NS</a:t>
            </a:r>
          </a:p>
          <a:p>
            <a:r>
              <a:rPr lang="en-IN" sz="1400" b="1" dirty="0"/>
              <a:t>*from constrained Universe</a:t>
            </a:r>
            <a:endParaRPr lang="en-US" sz="1400" dirty="0"/>
          </a:p>
        </p:txBody>
      </p:sp>
      <p:pic>
        <p:nvPicPr>
          <p:cNvPr id="4" name="Picture 3" descr="Multi-coloured graphs and numbers">
            <a:extLst>
              <a:ext uri="{FF2B5EF4-FFF2-40B4-BE49-F238E27FC236}">
                <a16:creationId xmlns:a16="http://schemas.microsoft.com/office/drawing/2014/main" id="{AA58326B-7016-CFA1-BBCB-23B514E9A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3000"/>
                    </a14:imgEffect>
                  </a14:imgLayer>
                </a14:imgProps>
              </a:ext>
            </a:extLst>
          </a:blip>
          <a:srcRect l="16529" r="36004" b="-1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  <a:effectLst>
            <a:glow>
              <a:schemeClr val="accent1"/>
            </a:glow>
          </a:effec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E2218A8F-4880-DF70-4B03-C11B72095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2503" y="5710116"/>
            <a:ext cx="1188044" cy="1122744"/>
          </a:xfrm>
          <a:prstGeom prst="rect">
            <a:avLst/>
          </a:prstGeom>
          <a:effectLst>
            <a:softEdge rad="59479"/>
          </a:effectLst>
        </p:spPr>
      </p:pic>
      <p:pic>
        <p:nvPicPr>
          <p:cNvPr id="8" name="Picture 7" descr="A logo with text on it&#10;&#10;AI-generated content may be incorrect.">
            <a:extLst>
              <a:ext uri="{FF2B5EF4-FFF2-40B4-BE49-F238E27FC236}">
                <a16:creationId xmlns:a16="http://schemas.microsoft.com/office/drawing/2014/main" id="{4D3AAC25-17FE-5AC4-1C5B-BD45D96279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4552" y="5710116"/>
            <a:ext cx="1100361" cy="1116081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18" name="Picture 17" descr="A blue and yellow logo with a building and text&#10;&#10;AI-generated content may be incorrect.">
            <a:extLst>
              <a:ext uri="{FF2B5EF4-FFF2-40B4-BE49-F238E27FC236}">
                <a16:creationId xmlns:a16="http://schemas.microsoft.com/office/drawing/2014/main" id="{56890CB4-4DF8-BFC6-5A07-B3252FACB2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7660" y="5712209"/>
            <a:ext cx="1754631" cy="1069710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0" name="Picture 19" descr="A logo with a sun and text&#10;&#10;AI-generated content may be incorrect.">
            <a:extLst>
              <a:ext uri="{FF2B5EF4-FFF2-40B4-BE49-F238E27FC236}">
                <a16:creationId xmlns:a16="http://schemas.microsoft.com/office/drawing/2014/main" id="{608207CD-0FBE-EFAB-5EC4-100345F8BD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9405" y="5705028"/>
            <a:ext cx="1410085" cy="1076892"/>
          </a:xfrm>
          <a:prstGeom prst="rect">
            <a:avLst/>
          </a:prstGeom>
          <a:effectLst>
            <a:softEdge rad="50800"/>
          </a:effectLst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E5BEF335-72E1-4A6F-3F47-901106ECD699}"/>
              </a:ext>
            </a:extLst>
          </p:cNvPr>
          <p:cNvSpPr txBox="1">
            <a:spLocks/>
          </p:cNvSpPr>
          <p:nvPr/>
        </p:nvSpPr>
        <p:spPr>
          <a:xfrm>
            <a:off x="5615399" y="3842378"/>
            <a:ext cx="5922977" cy="9499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Calisto MT" panose="02040603050505030304" pitchFamily="18" charset="77"/>
              </a:rPr>
              <a:t>A Random Forest based direction modelling using price-volume structure and volatility-adjusted position sizing</a:t>
            </a:r>
          </a:p>
        </p:txBody>
      </p:sp>
    </p:spTree>
    <p:extLst>
      <p:ext uri="{BB962C8B-B14F-4D97-AF65-F5344CB8AC3E}">
        <p14:creationId xmlns:p14="http://schemas.microsoft.com/office/powerpoint/2010/main" val="2962552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2D86DE-007A-D393-F916-D2D6BA933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7877" y="224458"/>
            <a:ext cx="7929629" cy="1328593"/>
          </a:xfrm>
        </p:spPr>
        <p:txBody>
          <a:bodyPr>
            <a:normAutofit/>
          </a:bodyPr>
          <a:lstStyle/>
          <a:p>
            <a:r>
              <a:rPr lang="en-IN" b="1" dirty="0"/>
              <a:t>Strategy Intuition: Probabilistic Directional Edge</a:t>
            </a:r>
            <a:endParaRPr lang="en-US" sz="2400" b="1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9EFE17E-B5DA-47FC-A72C-F0C7C86495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28265" y="723900"/>
            <a:ext cx="0" cy="54102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6379B4C6-4372-89C5-24A8-28061EC2DC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6220740"/>
              </p:ext>
            </p:extLst>
          </p:nvPr>
        </p:nvGraphicFramePr>
        <p:xfrm>
          <a:off x="169611" y="723900"/>
          <a:ext cx="2889043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1" name="Rectangle 3">
            <a:extLst>
              <a:ext uri="{FF2B5EF4-FFF2-40B4-BE49-F238E27FC236}">
                <a16:creationId xmlns:a16="http://schemas.microsoft.com/office/drawing/2014/main" id="{4BD53BC5-EA6D-6926-DEFA-6A89754C6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1732" y="1570992"/>
            <a:ext cx="863026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CORE HYPOTHESIS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Short-horizon markets exhibit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ptos" panose="020B0004020202020204" pitchFamily="34" charset="0"/>
              </a:rPr>
              <a:t>weak but persistent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en-US" altLang="en-US" sz="2000" i="0" u="sng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directional         biases 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driven by price-volume dynamics and volatility regimes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3F7EFD-EE37-1A23-6F86-44A1E6BE397C}"/>
              </a:ext>
            </a:extLst>
          </p:cNvPr>
          <p:cNvSpPr txBox="1"/>
          <p:nvPr/>
        </p:nvSpPr>
        <p:spPr>
          <a:xfrm>
            <a:off x="3561729" y="2649298"/>
            <a:ext cx="707181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Aptos" panose="020B0004020202020204" pitchFamily="34" charset="0"/>
              </a:rPr>
              <a:t>WHY RANDOM FOREST?</a:t>
            </a:r>
          </a:p>
          <a:p>
            <a:r>
              <a:rPr lang="en-US" sz="2000" dirty="0">
                <a:latin typeface="Aptos" panose="020B0004020202020204" pitchFamily="34" charset="0"/>
              </a:rPr>
              <a:t>Financial Signals are </a:t>
            </a:r>
            <a:r>
              <a:rPr lang="en-US" sz="2000" u="sng" dirty="0">
                <a:latin typeface="Aptos" panose="020B0004020202020204" pitchFamily="34" charset="0"/>
              </a:rPr>
              <a:t>non-linear</a:t>
            </a:r>
            <a:r>
              <a:rPr lang="en-US" sz="2000" dirty="0">
                <a:latin typeface="Aptos" panose="020B0004020202020204" pitchFamily="34" charset="0"/>
              </a:rPr>
              <a:t>, </a:t>
            </a:r>
            <a:r>
              <a:rPr lang="en-US" sz="2000" u="sng" dirty="0">
                <a:latin typeface="Aptos" panose="020B0004020202020204" pitchFamily="34" charset="0"/>
              </a:rPr>
              <a:t>noisy</a:t>
            </a:r>
            <a:r>
              <a:rPr lang="en-US" sz="2000" dirty="0">
                <a:latin typeface="Aptos" panose="020B0004020202020204" pitchFamily="34" charset="0"/>
              </a:rPr>
              <a:t>, and </a:t>
            </a:r>
            <a:r>
              <a:rPr lang="en-US" sz="2000" u="sng" dirty="0">
                <a:latin typeface="Aptos" panose="020B0004020202020204" pitchFamily="34" charset="0"/>
              </a:rPr>
              <a:t>regime-dependent</a:t>
            </a:r>
            <a:r>
              <a:rPr lang="en-US" sz="2000" dirty="0">
                <a:latin typeface="Aptos" panose="020B0004020202020204" pitchFamily="34" charset="0"/>
              </a:rPr>
              <a:t>, </a:t>
            </a:r>
            <a:r>
              <a:rPr lang="en-IN" dirty="0">
                <a:latin typeface="Aptos" panose="020B0004020202020204" pitchFamily="34" charset="0"/>
              </a:rPr>
              <a:t>requiring a model that prioritizes robustness over point accuracy.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1697F5-ADF6-9F90-DB4E-AAC41586B79B}"/>
              </a:ext>
            </a:extLst>
          </p:cNvPr>
          <p:cNvSpPr txBox="1"/>
          <p:nvPr/>
        </p:nvSpPr>
        <p:spPr>
          <a:xfrm>
            <a:off x="3561729" y="3799855"/>
            <a:ext cx="674001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Aptos" panose="020B00040202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WELL SUITED BECAUSE :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2000" dirty="0">
                <a:latin typeface="Aptos" panose="020B00040202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Captures</a:t>
            </a:r>
            <a:r>
              <a:rPr lang="en-US" altLang="en-US" sz="2000" dirty="0">
                <a:solidFill>
                  <a:srgbClr val="FF0000"/>
                </a:solidFill>
                <a:latin typeface="Aptos" panose="020B00040202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 </a:t>
            </a:r>
            <a:r>
              <a:rPr lang="en-US" altLang="en-US" sz="2000" b="1" dirty="0">
                <a:solidFill>
                  <a:srgbClr val="C00000"/>
                </a:solidFill>
                <a:latin typeface="Aptos" panose="020B00040202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non-linear interactions</a:t>
            </a:r>
            <a:r>
              <a:rPr lang="en-US" altLang="en-US" sz="2000" dirty="0">
                <a:solidFill>
                  <a:srgbClr val="C00000"/>
                </a:solidFill>
                <a:latin typeface="Aptos" panose="020B00040202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 </a:t>
            </a:r>
            <a:r>
              <a:rPr lang="en-US" altLang="en-US" sz="2000" dirty="0">
                <a:latin typeface="Aptos" panose="020B00040202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without assuming functional form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2000" dirty="0">
                <a:latin typeface="Aptos" panose="020B00040202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Is resilient to </a:t>
            </a:r>
            <a:r>
              <a:rPr lang="en-US" altLang="en-US" sz="2000" u="sng" dirty="0">
                <a:latin typeface="Aptos" panose="020B00040202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noise</a:t>
            </a:r>
            <a:r>
              <a:rPr lang="en-US" altLang="en-US" sz="2000" dirty="0">
                <a:latin typeface="Aptos" panose="020B00040202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 and </a:t>
            </a:r>
            <a:r>
              <a:rPr lang="en-US" altLang="en-US" sz="2000" u="sng" dirty="0">
                <a:latin typeface="Aptos" panose="020B00040202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feature collinearity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2000" b="1" dirty="0">
                <a:latin typeface="Aptos" panose="020B00040202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It</a:t>
            </a:r>
            <a:r>
              <a:rPr lang="en-US" altLang="en-US" sz="2000" b="1" dirty="0">
                <a:solidFill>
                  <a:srgbClr val="FF0000"/>
                </a:solidFill>
                <a:latin typeface="Aptos" panose="020B00040202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 </a:t>
            </a:r>
            <a:r>
              <a:rPr lang="en-US" altLang="en-US" sz="2000" u="sng" dirty="0">
                <a:latin typeface="Aptos" panose="020B00040202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Aggregates</a:t>
            </a:r>
            <a:r>
              <a:rPr lang="en-US" altLang="en-US" sz="2000" dirty="0">
                <a:latin typeface="Aptos" panose="020B00040202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 multiple weak predictors into a </a:t>
            </a:r>
            <a:r>
              <a:rPr lang="en-US" altLang="en-US" sz="2000" u="sng" dirty="0">
                <a:latin typeface="Aptos" panose="020B00040202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stable probability estimate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2000" dirty="0">
                <a:latin typeface="Aptos" panose="020B00040202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This makes it well-suited for </a:t>
            </a:r>
            <a:r>
              <a:rPr lang="en-US" altLang="en-US" sz="2000" b="1" dirty="0">
                <a:solidFill>
                  <a:srgbClr val="C00000"/>
                </a:solidFill>
                <a:latin typeface="Aptos" panose="020B00040202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directional probability estimation</a:t>
            </a:r>
            <a:r>
              <a:rPr lang="en-US" altLang="en-US" sz="2000" dirty="0">
                <a:latin typeface="Aptos" panose="020B00040202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, </a:t>
            </a:r>
            <a:r>
              <a:rPr lang="en-US" altLang="en-US" sz="2000" b="1" dirty="0">
                <a:solidFill>
                  <a:srgbClr val="C00000"/>
                </a:solidFill>
                <a:latin typeface="Aptos" panose="020B00040202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not point forecasting</a:t>
            </a:r>
            <a:r>
              <a:rPr lang="en-US" altLang="en-US" sz="2000" dirty="0">
                <a:solidFill>
                  <a:srgbClr val="C00000"/>
                </a:solidFill>
                <a:latin typeface="Aptos" panose="020B0004020202020204" pitchFamily="34" charset="0"/>
                <a:ea typeface="ADLaM Display" panose="02010000000000000000" pitchFamily="2" charset="77"/>
                <a:cs typeface="ADLaM Display" panose="02010000000000000000" pitchFamily="2" charset="77"/>
              </a:rPr>
              <a:t>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6AFF8A-5FAA-B170-E156-E038C57B6C37}"/>
              </a:ext>
            </a:extLst>
          </p:cNvPr>
          <p:cNvSpPr txBox="1"/>
          <p:nvPr/>
        </p:nvSpPr>
        <p:spPr>
          <a:xfrm>
            <a:off x="9033428" y="6468361"/>
            <a:ext cx="2311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0399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A69125-42F7-7057-7184-EC490D194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4418"/>
            <a:ext cx="3532065" cy="38995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Trading Logic: From Probability to Position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6CD45283-4058-7A75-B001-FCA90CD9B0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5812603"/>
              </p:ext>
            </p:extLst>
          </p:nvPr>
        </p:nvGraphicFramePr>
        <p:xfrm>
          <a:off x="3185652" y="604718"/>
          <a:ext cx="8206248" cy="55336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1874D2AD-F46C-A94B-972A-C2B9983F960D}"/>
              </a:ext>
            </a:extLst>
          </p:cNvPr>
          <p:cNvSpPr/>
          <p:nvPr/>
        </p:nvSpPr>
        <p:spPr>
          <a:xfrm>
            <a:off x="3406877" y="843083"/>
            <a:ext cx="7742904" cy="1203561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AD9797-989D-A741-E1EA-0D5BE013ABA8}"/>
              </a:ext>
            </a:extLst>
          </p:cNvPr>
          <p:cNvSpPr txBox="1"/>
          <p:nvPr/>
        </p:nvSpPr>
        <p:spPr>
          <a:xfrm>
            <a:off x="3532065" y="583624"/>
            <a:ext cx="6786217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2000" b="1" dirty="0">
              <a:latin typeface="Univers" panose="020B0503020202020204" pitchFamily="34" charset="0"/>
            </a:endParaRPr>
          </a:p>
          <a:p>
            <a:r>
              <a:rPr lang="en-IN" sz="2000" b="1" dirty="0">
                <a:latin typeface="Univers" panose="020B0503020202020204" pitchFamily="34" charset="0"/>
              </a:rPr>
              <a:t>SIGNAL DEFINITION: </a:t>
            </a:r>
          </a:p>
          <a:p>
            <a:r>
              <a:rPr lang="en-IN" dirty="0">
                <a:latin typeface="Aptos" panose="020B0004020202020204" pitchFamily="34" charset="0"/>
              </a:rPr>
              <a:t>The strategy trades on the model-estimated directional probability:</a:t>
            </a:r>
            <a:endParaRPr lang="en-US" sz="2000" b="1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EA31B17-6773-3CF6-F03C-C4C0BD0DCDDD}"/>
                  </a:ext>
                </a:extLst>
              </p:cNvPr>
              <p:cNvSpPr txBox="1"/>
              <p:nvPr/>
            </p:nvSpPr>
            <p:spPr>
              <a:xfrm>
                <a:off x="3618508" y="1612250"/>
                <a:ext cx="2853986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sepChr m:val="∣"/>
                          <m:ctrlPr>
                            <a:rPr lang="en-US" sz="2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200" b="1" i="1" smtClean="0">
                              <a:latin typeface="Calisto MT" panose="02040603050505030304" pitchFamily="18" charset="77"/>
                            </a:rPr>
                            <m:t>Direction</m:t>
                          </m:r>
                        </m:e>
                        <m:e>
                          <m:r>
                            <m:rPr>
                              <m:nor/>
                            </m:rPr>
                            <a:rPr lang="en-US" sz="2200" b="1" i="1" smtClean="0">
                              <a:latin typeface="Calisto MT" panose="02040603050505030304" pitchFamily="18" charset="77"/>
                            </a:rPr>
                            <m:t>Market</m:t>
                          </m:r>
                          <m:r>
                            <m:rPr>
                              <m:nor/>
                            </m:rPr>
                            <a:rPr lang="en-US" sz="2200" b="1" i="1" smtClean="0">
                              <a:latin typeface="Calisto MT" panose="02040603050505030304" pitchFamily="18" charset="77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200" b="1" i="1" smtClean="0">
                              <a:latin typeface="Calisto MT" panose="02040603050505030304" pitchFamily="18" charset="77"/>
                            </a:rPr>
                            <m:t>State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EA31B17-6773-3CF6-F03C-C4C0BD0DC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8508" y="1612250"/>
                <a:ext cx="2853986" cy="338554"/>
              </a:xfrm>
              <a:prstGeom prst="rect">
                <a:avLst/>
              </a:prstGeom>
              <a:blipFill>
                <a:blip r:embed="rId7"/>
                <a:stretch>
                  <a:fillRect l="-4000" t="-21429" r="-22222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55290792-4F2D-ED5D-BB47-0AE999827614}"/>
              </a:ext>
            </a:extLst>
          </p:cNvPr>
          <p:cNvSpPr txBox="1"/>
          <p:nvPr/>
        </p:nvSpPr>
        <p:spPr>
          <a:xfrm>
            <a:off x="3242975" y="2761862"/>
            <a:ext cx="2731965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b="1" i="0" dirty="0">
                <a:latin typeface="Aptos" panose="020B0004020202020204" pitchFamily="34" charset="0"/>
              </a:rPr>
              <a:t>Long</a:t>
            </a:r>
            <a:r>
              <a:rPr lang="en-IN" sz="1700" b="0" i="0" u="none" dirty="0">
                <a:latin typeface="Aptos" panose="020B0004020202020204" pitchFamily="34" charset="0"/>
              </a:rPr>
              <a:t> if upward probability &gt; entry threshold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b="1" i="0" dirty="0">
                <a:latin typeface="Aptos" panose="020B0004020202020204" pitchFamily="34" charset="0"/>
              </a:rPr>
              <a:t>Short</a:t>
            </a:r>
            <a:r>
              <a:rPr lang="en-IN" sz="1700" b="0" i="0" u="none" dirty="0">
                <a:latin typeface="Aptos" panose="020B0004020202020204" pitchFamily="34" charset="0"/>
              </a:rPr>
              <a:t> if downward probability &gt; entry threshold</a:t>
            </a:r>
            <a:endParaRPr lang="en-GB" sz="1700" dirty="0">
              <a:latin typeface="Aptos" panose="020B0004020202020204" pitchFamily="34" charset="0"/>
            </a:endParaRPr>
          </a:p>
          <a:p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C1751F-FC50-A44B-F23E-1F4FE432B7FC}"/>
              </a:ext>
            </a:extLst>
          </p:cNvPr>
          <p:cNvSpPr txBox="1"/>
          <p:nvPr/>
        </p:nvSpPr>
        <p:spPr>
          <a:xfrm>
            <a:off x="5917617" y="2718121"/>
            <a:ext cx="2500161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 b="0" i="0" u="none" dirty="0">
                <a:latin typeface="Aptos" panose="020B0004020202020204" pitchFamily="34" charset="0"/>
              </a:rPr>
              <a:t>Enter a trade only when: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b="0" i="0" u="none" dirty="0">
                <a:latin typeface="Aptos" panose="020B0004020202020204" pitchFamily="34" charset="0"/>
              </a:rPr>
              <a:t>Probability exceeds a predefined confidence threshold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b="0" i="0" u="none" dirty="0">
                <a:latin typeface="Aptos" panose="020B0004020202020204" pitchFamily="34" charset="0"/>
              </a:rPr>
              <a:t>Signal aligns with current market state</a:t>
            </a:r>
          </a:p>
          <a:p>
            <a:pPr lvl="0"/>
            <a:endParaRPr lang="en-IN" sz="1700" b="1" i="0" dirty="0">
              <a:latin typeface="Aptos" panose="020B0004020202020204" pitchFamily="34" charset="0"/>
            </a:endParaRPr>
          </a:p>
          <a:p>
            <a:pPr lvl="0"/>
            <a:r>
              <a:rPr lang="en-IN" sz="1700" b="1" i="0" dirty="0">
                <a:latin typeface="Aptos" panose="020B0004020202020204" pitchFamily="34" charset="0"/>
              </a:rPr>
              <a:t>Effect:</a:t>
            </a:r>
            <a:br>
              <a:rPr lang="en-IN" sz="1700" dirty="0">
                <a:latin typeface="Aptos" panose="020B0004020202020204" pitchFamily="34" charset="0"/>
              </a:rPr>
            </a:br>
            <a:r>
              <a:rPr lang="en-IN" sz="1700" b="0" i="0" u="none" dirty="0">
                <a:latin typeface="Aptos" panose="020B0004020202020204" pitchFamily="34" charset="0"/>
              </a:rPr>
              <a:t>Selective participation in high-signal regimes</a:t>
            </a:r>
            <a:endParaRPr lang="en-GB" sz="1700" dirty="0">
              <a:latin typeface="Aptos" panose="020B0004020202020204" pitchFamily="34" charset="0"/>
            </a:endParaRPr>
          </a:p>
          <a:p>
            <a:endParaRPr lang="en-US" sz="1700" dirty="0"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FDC2E9-445A-7E45-9931-3516C2E47D6D}"/>
              </a:ext>
            </a:extLst>
          </p:cNvPr>
          <p:cNvSpPr txBox="1"/>
          <p:nvPr/>
        </p:nvSpPr>
        <p:spPr>
          <a:xfrm>
            <a:off x="8659935" y="2718121"/>
            <a:ext cx="273196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700" b="0" i="0" u="none" dirty="0">
                <a:latin typeface="Aptos" panose="020B0004020202020204" pitchFamily="34" charset="0"/>
              </a:rPr>
              <a:t>Exit a position when: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b="0" i="0" u="none" dirty="0">
                <a:latin typeface="Aptos" panose="020B0004020202020204" pitchFamily="34" charset="0"/>
              </a:rPr>
              <a:t>Model confidence drops below exit threshold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b="0" i="0" u="none" dirty="0">
                <a:latin typeface="Aptos" panose="020B0004020202020204" pitchFamily="34" charset="0"/>
              </a:rPr>
              <a:t>Signal direction reverses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700" b="0" i="0" u="none" dirty="0">
                <a:latin typeface="Aptos" panose="020B0004020202020204" pitchFamily="34" charset="0"/>
              </a:rPr>
              <a:t>Maximum holding horizon is reached</a:t>
            </a:r>
          </a:p>
          <a:p>
            <a:pPr lvl="0"/>
            <a:r>
              <a:rPr lang="en-IN" sz="1700" b="1" i="0" dirty="0">
                <a:latin typeface="Aptos" panose="020B0004020202020204" pitchFamily="34" charset="0"/>
              </a:rPr>
              <a:t>Effect:</a:t>
            </a:r>
            <a:br>
              <a:rPr lang="en-IN" sz="1700" dirty="0">
                <a:latin typeface="Aptos" panose="020B0004020202020204" pitchFamily="34" charset="0"/>
              </a:rPr>
            </a:br>
            <a:r>
              <a:rPr lang="en-IN" sz="1700" b="0" i="0" u="none" dirty="0">
                <a:latin typeface="Aptos" panose="020B0004020202020204" pitchFamily="34" charset="0"/>
              </a:rPr>
              <a:t>Prevents overstaying decayed signals and regime transitions</a:t>
            </a:r>
            <a:endParaRPr lang="en-GB" sz="1700" dirty="0">
              <a:latin typeface="Aptos" panose="020B0004020202020204" pitchFamily="34" charset="0"/>
            </a:endParaRPr>
          </a:p>
          <a:p>
            <a:endParaRPr lang="en-US" sz="17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33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B3CA38D-7BB0-4D35-BE00-0F4876602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90B3DD-7987-F3E6-9E15-037AD3DE0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4" y="727120"/>
            <a:ext cx="10691265" cy="779654"/>
          </a:xfrm>
        </p:spPr>
        <p:txBody>
          <a:bodyPr>
            <a:noAutofit/>
          </a:bodyPr>
          <a:lstStyle/>
          <a:p>
            <a:r>
              <a:rPr lang="en-IN" b="1" dirty="0"/>
              <a:t>Feature Design: Encoding Market State</a:t>
            </a:r>
            <a:br>
              <a:rPr lang="en-IN" b="1" dirty="0"/>
            </a:b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514FD1B-A0BF-4C73-A68E-4B1F7299F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8B100A6-1EBC-40AB-BB7E-26807F3CF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">
            <a:extLst>
              <a:ext uri="{FF2B5EF4-FFF2-40B4-BE49-F238E27FC236}">
                <a16:creationId xmlns:a16="http://schemas.microsoft.com/office/drawing/2014/main" id="{1C996AA6-5078-B2D9-8474-BB787C0E1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284" y="1364501"/>
            <a:ext cx="115577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The model does not rely on raw prices.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Instead, it learns from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transformed features that capture momentum, volatility, and price–volume structure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.</a:t>
            </a:r>
          </a:p>
        </p:txBody>
      </p:sp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8C98B0D0-2D04-EC78-F8A6-3ED912DFD4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9373349"/>
              </p:ext>
            </p:extLst>
          </p:nvPr>
        </p:nvGraphicFramePr>
        <p:xfrm>
          <a:off x="-3262180" y="2010831"/>
          <a:ext cx="10720978" cy="39831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017A9996-5934-7533-AED0-F682416FD9ED}"/>
              </a:ext>
            </a:extLst>
          </p:cNvPr>
          <p:cNvSpPr/>
          <p:nvPr/>
        </p:nvSpPr>
        <p:spPr>
          <a:xfrm>
            <a:off x="9296110" y="1969830"/>
            <a:ext cx="2774821" cy="3767393"/>
          </a:xfrm>
          <a:prstGeom prst="roundRect">
            <a:avLst/>
          </a:prstGeom>
          <a:blipFill>
            <a:blip r:embed="rId8"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859A66-E397-460D-F241-F662F93CA520}"/>
              </a:ext>
            </a:extLst>
          </p:cNvPr>
          <p:cNvSpPr txBox="1"/>
          <p:nvPr/>
        </p:nvSpPr>
        <p:spPr>
          <a:xfrm>
            <a:off x="1561479" y="3400040"/>
            <a:ext cx="1208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ptos" panose="020B0004020202020204" pitchFamily="34" charset="0"/>
              </a:rPr>
              <a:t>MOMENTUM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2BC0B9-C4A9-A35F-C8E3-894FCBCA9E70}"/>
              </a:ext>
            </a:extLst>
          </p:cNvPr>
          <p:cNvSpPr txBox="1"/>
          <p:nvPr/>
        </p:nvSpPr>
        <p:spPr>
          <a:xfrm>
            <a:off x="601134" y="5154945"/>
            <a:ext cx="1208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Aptos" panose="020B0004020202020204" pitchFamily="34" charset="0"/>
              </a:rPr>
              <a:t>     PRICE </a:t>
            </a:r>
          </a:p>
          <a:p>
            <a:r>
              <a:rPr lang="en-US" sz="1400" b="1" dirty="0">
                <a:solidFill>
                  <a:schemeClr val="bg1"/>
                </a:solidFill>
                <a:latin typeface="Aptos" panose="020B0004020202020204" pitchFamily="34" charset="0"/>
              </a:rPr>
              <a:t>STRUCTURE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D9F181-A417-757A-D567-867041546517}"/>
              </a:ext>
            </a:extLst>
          </p:cNvPr>
          <p:cNvSpPr txBox="1"/>
          <p:nvPr/>
        </p:nvSpPr>
        <p:spPr>
          <a:xfrm>
            <a:off x="1431635" y="4021663"/>
            <a:ext cx="1468672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700" b="1" dirty="0">
                <a:solidFill>
                  <a:schemeClr val="bg1"/>
                </a:solidFill>
                <a:latin typeface="Aptos" panose="020B0004020202020204" pitchFamily="34" charset="0"/>
              </a:rPr>
              <a:t>    FEATURE </a:t>
            </a:r>
          </a:p>
          <a:p>
            <a:r>
              <a:rPr lang="en-GB" sz="1700" b="1" dirty="0">
                <a:solidFill>
                  <a:schemeClr val="bg1"/>
                </a:solidFill>
                <a:latin typeface="Aptos" panose="020B0004020202020204" pitchFamily="34" charset="0"/>
              </a:rPr>
              <a:t>CATEGORIES</a:t>
            </a:r>
          </a:p>
          <a:p>
            <a:endParaRPr lang="en-US" sz="17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1B438A82-7B19-70A0-1044-137E0E53EDAC}"/>
              </a:ext>
            </a:extLst>
          </p:cNvPr>
          <p:cNvSpPr/>
          <p:nvPr/>
        </p:nvSpPr>
        <p:spPr>
          <a:xfrm>
            <a:off x="3797287" y="2006692"/>
            <a:ext cx="2533200" cy="3646116"/>
          </a:xfrm>
          <a:prstGeom prst="roundRect">
            <a:avLst/>
          </a:prstGeom>
          <a:blipFill>
            <a:blip r:embed="rId8"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D454202-D6C6-A374-2676-D2CA4FDD0CCA}"/>
              </a:ext>
            </a:extLst>
          </p:cNvPr>
          <p:cNvSpPr/>
          <p:nvPr/>
        </p:nvSpPr>
        <p:spPr>
          <a:xfrm>
            <a:off x="6140130" y="1984831"/>
            <a:ext cx="3325754" cy="3442729"/>
          </a:xfrm>
          <a:prstGeom prst="roundRect">
            <a:avLst/>
          </a:prstGeom>
          <a:blipFill>
            <a:blip r:embed="rId8"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233E1E-0939-5768-FF88-D7BC38772A2F}"/>
              </a:ext>
            </a:extLst>
          </p:cNvPr>
          <p:cNvSpPr txBox="1"/>
          <p:nvPr/>
        </p:nvSpPr>
        <p:spPr>
          <a:xfrm>
            <a:off x="3927130" y="2171908"/>
            <a:ext cx="2573132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b="1" dirty="0">
                <a:latin typeface="Aptos" panose="020B0004020202020204" pitchFamily="34" charset="0"/>
              </a:rPr>
              <a:t>MOMENTUM FEATURES: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Captures trend persistence and direction strength.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 MACD Histogram</a:t>
            </a:r>
            <a:br>
              <a:rPr lang="en-US" altLang="en-US" sz="1400" dirty="0">
                <a:latin typeface="Arial" panose="020B0604020202020204" pitchFamily="34" charset="0"/>
              </a:rPr>
            </a:br>
            <a:r>
              <a:rPr lang="en-US" altLang="en-US" sz="1400" dirty="0">
                <a:latin typeface="Arial" panose="020B0604020202020204" pitchFamily="34" charset="0"/>
              </a:rPr>
              <a:t>Measures short-term vs long-term momentum imbalance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 Lagged Returns</a:t>
            </a:r>
            <a:br>
              <a:rPr lang="en-US" altLang="en-US" sz="1400" dirty="0">
                <a:latin typeface="Arial" panose="020B0604020202020204" pitchFamily="34" charset="0"/>
              </a:rPr>
            </a:br>
            <a:r>
              <a:rPr lang="en-US" altLang="en-US" sz="1400" dirty="0">
                <a:latin typeface="Arial" panose="020B0604020202020204" pitchFamily="34" charset="0"/>
              </a:rPr>
              <a:t>Captures immediate directional continuation or reversal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Why momentum?</a:t>
            </a:r>
            <a:br>
              <a:rPr lang="en-US" altLang="en-US" sz="1400" dirty="0">
                <a:latin typeface="Arial" panose="020B0604020202020204" pitchFamily="34" charset="0"/>
              </a:rPr>
            </a:br>
            <a:r>
              <a:rPr lang="en-US" altLang="en-US" sz="1400" dirty="0">
                <a:latin typeface="Arial" panose="020B0604020202020204" pitchFamily="34" charset="0"/>
              </a:rPr>
              <a:t>Short-horizon trends often persist due to delayed market reaction.</a:t>
            </a:r>
          </a:p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3ABF35-1B86-19E5-E59C-D57021790985}"/>
              </a:ext>
            </a:extLst>
          </p:cNvPr>
          <p:cNvSpPr txBox="1"/>
          <p:nvPr/>
        </p:nvSpPr>
        <p:spPr>
          <a:xfrm>
            <a:off x="6383126" y="2144155"/>
            <a:ext cx="2965622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IN" b="1" dirty="0">
                <a:latin typeface="Aptos" panose="020B0004020202020204" pitchFamily="34" charset="0"/>
              </a:rPr>
              <a:t>VOLATILTY AND REGIME FEATURES: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Captures market uncertainty and regime shifts.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Rolling Volatility (20-day)</a:t>
            </a:r>
            <a:br>
              <a:rPr lang="en-US" altLang="en-US" sz="1400" dirty="0">
                <a:latin typeface="Arial" panose="020B0604020202020204" pitchFamily="34" charset="0"/>
              </a:rPr>
            </a:br>
            <a:r>
              <a:rPr lang="en-US" altLang="en-US" sz="1400" dirty="0">
                <a:latin typeface="Arial" panose="020B0604020202020204" pitchFamily="34" charset="0"/>
              </a:rPr>
              <a:t> Measures risk regime (calm vs turbulent)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High–Low Range / Close</a:t>
            </a:r>
            <a:br>
              <a:rPr lang="en-US" altLang="en-US" sz="1400" dirty="0">
                <a:latin typeface="Arial" panose="020B0604020202020204" pitchFamily="34" charset="0"/>
              </a:rPr>
            </a:br>
            <a:r>
              <a:rPr lang="en-US" altLang="en-US" sz="1400" dirty="0">
                <a:latin typeface="Arial" panose="020B0604020202020204" pitchFamily="34" charset="0"/>
              </a:rPr>
              <a:t>Captures intraday uncertainty and price compression/expansion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Why volatility?</a:t>
            </a:r>
            <a:br>
              <a:rPr lang="en-US" altLang="en-US" sz="1400" dirty="0">
                <a:latin typeface="Arial" panose="020B0604020202020204" pitchFamily="34" charset="0"/>
              </a:rPr>
            </a:br>
            <a:r>
              <a:rPr lang="en-US" altLang="en-US" sz="1400" dirty="0">
                <a:latin typeface="Arial" panose="020B0604020202020204" pitchFamily="34" charset="0"/>
              </a:rPr>
              <a:t>Directional signals behave differently in low vs high volatility regimes.</a:t>
            </a:r>
          </a:p>
          <a:p>
            <a:endParaRPr lang="en-US" dirty="0">
              <a:latin typeface="Aptos" panose="020B0004020202020204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696A068-7275-D765-71ED-2ED97025B397}"/>
              </a:ext>
            </a:extLst>
          </p:cNvPr>
          <p:cNvCxnSpPr>
            <a:cxnSpLocks/>
          </p:cNvCxnSpPr>
          <p:nvPr/>
        </p:nvCxnSpPr>
        <p:spPr>
          <a:xfrm>
            <a:off x="9175041" y="2627790"/>
            <a:ext cx="0" cy="22710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A0D51F9-952F-A4E8-DEED-F71E25D8731D}"/>
              </a:ext>
            </a:extLst>
          </p:cNvPr>
          <p:cNvCxnSpPr>
            <a:cxnSpLocks/>
          </p:cNvCxnSpPr>
          <p:nvPr/>
        </p:nvCxnSpPr>
        <p:spPr>
          <a:xfrm>
            <a:off x="6383126" y="2752888"/>
            <a:ext cx="0" cy="24020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Rectangle 5">
            <a:extLst>
              <a:ext uri="{FF2B5EF4-FFF2-40B4-BE49-F238E27FC236}">
                <a16:creationId xmlns:a16="http://schemas.microsoft.com/office/drawing/2014/main" id="{C1F05C17-7668-B965-FC2D-C816537FA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09" y="6548330"/>
            <a:ext cx="433194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ptos" panose="020B0004020202020204" pitchFamily="34" charset="0"/>
              </a:rPr>
              <a:t>*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All features are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lagged by one day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 to avoid look-ahead bias.</a:t>
            </a:r>
          </a:p>
        </p:txBody>
      </p:sp>
      <p:sp>
        <p:nvSpPr>
          <p:cNvPr id="47" name="Content Placeholder 3">
            <a:extLst>
              <a:ext uri="{FF2B5EF4-FFF2-40B4-BE49-F238E27FC236}">
                <a16:creationId xmlns:a16="http://schemas.microsoft.com/office/drawing/2014/main" id="{B75704D6-2A79-70F7-FBF7-A5DB856B3D1A}"/>
              </a:ext>
            </a:extLst>
          </p:cNvPr>
          <p:cNvSpPr txBox="1">
            <a:spLocks/>
          </p:cNvSpPr>
          <p:nvPr/>
        </p:nvSpPr>
        <p:spPr>
          <a:xfrm>
            <a:off x="9348747" y="2078584"/>
            <a:ext cx="2777960" cy="4066498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itchFamily="2" charset="2"/>
              <a:buChar char="Ø"/>
            </a:pPr>
            <a:r>
              <a:rPr lang="en-US" b="1" dirty="0">
                <a:latin typeface="Aptos" panose="020B0004020202020204" pitchFamily="34" charset="0"/>
              </a:rPr>
              <a:t>PRICE STRUCTURE FEATURES: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Captures relative price positioning.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 RSI (14)</a:t>
            </a:r>
            <a:br>
              <a:rPr lang="en-US" altLang="en-US" sz="1400" dirty="0">
                <a:latin typeface="Arial" panose="020B0604020202020204" pitchFamily="34" charset="0"/>
              </a:rPr>
            </a:br>
            <a:r>
              <a:rPr lang="en-US" altLang="en-US" sz="1400" dirty="0">
                <a:latin typeface="Arial" panose="020B0604020202020204" pitchFamily="34" charset="0"/>
              </a:rPr>
              <a:t>Identifies overbought / oversold pressure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 Bollinger %B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latin typeface="Arial" panose="020B0604020202020204" pitchFamily="34" charset="0"/>
              </a:rPr>
              <a:t>Normalized price position within volatility bands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Why structure?</a:t>
            </a:r>
            <a:br>
              <a:rPr lang="en-US" altLang="en-US" sz="1400" dirty="0">
                <a:latin typeface="Arial" panose="020B0604020202020204" pitchFamily="34" charset="0"/>
              </a:rPr>
            </a:br>
            <a:r>
              <a:rPr lang="en-US" altLang="en-US" sz="1400" dirty="0">
                <a:latin typeface="Arial" panose="020B0604020202020204" pitchFamily="34" charset="0"/>
              </a:rPr>
              <a:t>Directional edges depend on </a:t>
            </a:r>
            <a:r>
              <a:rPr lang="en-US" altLang="en-US" sz="1400" i="1" dirty="0">
                <a:latin typeface="Arial" panose="020B0604020202020204" pitchFamily="34" charset="0"/>
              </a:rPr>
              <a:t>where</a:t>
            </a:r>
            <a:r>
              <a:rPr lang="en-US" altLang="en-US" sz="1400" dirty="0">
                <a:latin typeface="Arial" panose="020B0604020202020204" pitchFamily="34" charset="0"/>
              </a:rPr>
              <a:t> price is, not just where it’s going.</a:t>
            </a:r>
          </a:p>
          <a:p>
            <a:endParaRPr lang="en-US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117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CB5BC2-3A4D-F3B1-B2F2-54500394E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188" y="0"/>
            <a:ext cx="10416886" cy="842010"/>
          </a:xfrm>
        </p:spPr>
        <p:txBody>
          <a:bodyPr>
            <a:normAutofit/>
          </a:bodyPr>
          <a:lstStyle/>
          <a:p>
            <a:r>
              <a:rPr lang="en-IN" b="1" dirty="0"/>
              <a:t>THRESHOLDS &amp; PARAMETER DESIGN LOGIC</a:t>
            </a:r>
            <a:endParaRPr lang="en-US" b="1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33715A5-8048-453E-A44A-0F17BBB481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Content Placeholder 10">
                <a:extLst>
                  <a:ext uri="{FF2B5EF4-FFF2-40B4-BE49-F238E27FC236}">
                    <a16:creationId xmlns:a16="http://schemas.microsoft.com/office/drawing/2014/main" id="{11796EB3-EA06-1737-A95C-C1EF6DD3109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36839642"/>
                  </p:ext>
                </p:extLst>
              </p:nvPr>
            </p:nvGraphicFramePr>
            <p:xfrm>
              <a:off x="-1084289" y="842010"/>
              <a:ext cx="14360577" cy="590168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11" name="Content Placeholder 10">
                <a:extLst>
                  <a:ext uri="{FF2B5EF4-FFF2-40B4-BE49-F238E27FC236}">
                    <a16:creationId xmlns:a16="http://schemas.microsoft.com/office/drawing/2014/main" id="{11796EB3-EA06-1737-A95C-C1EF6DD3109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36839642"/>
                  </p:ext>
                </p:extLst>
              </p:nvPr>
            </p:nvGraphicFramePr>
            <p:xfrm>
              <a:off x="-1084289" y="842010"/>
              <a:ext cx="14360577" cy="590168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62574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0272C-3C8E-8E61-FA8A-2C2403414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4" y="-16868"/>
            <a:ext cx="3962989" cy="2498930"/>
          </a:xfrm>
        </p:spPr>
        <p:txBody>
          <a:bodyPr>
            <a:noAutofit/>
          </a:bodyPr>
          <a:lstStyle/>
          <a:p>
            <a:r>
              <a:rPr lang="en-IN" b="1" dirty="0"/>
              <a:t>RISK MANAGEMENT &amp; DRAWDOWN CONTROL</a:t>
            </a:r>
            <a:br>
              <a:rPr lang="en-IN" b="1" dirty="0"/>
            </a:br>
            <a:endParaRPr lang="en-US" dirty="0"/>
          </a:p>
        </p:txBody>
      </p:sp>
      <p:pic>
        <p:nvPicPr>
          <p:cNvPr id="5" name="Content Placeholder 4" descr="A graph with blue lines&#10;&#10;AI-generated content may be incorrect.">
            <a:extLst>
              <a:ext uri="{FF2B5EF4-FFF2-40B4-BE49-F238E27FC236}">
                <a16:creationId xmlns:a16="http://schemas.microsoft.com/office/drawing/2014/main" id="{E17E28EF-28F1-2B00-4D15-01140B5E69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0040" y="2428157"/>
            <a:ext cx="5300454" cy="1760589"/>
          </a:xfr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graph showing a line&#10;&#10;AI-generated content may be incorrect.">
            <a:extLst>
              <a:ext uri="{FF2B5EF4-FFF2-40B4-BE49-F238E27FC236}">
                <a16:creationId xmlns:a16="http://schemas.microsoft.com/office/drawing/2014/main" id="{5A505EDB-739F-FB35-E270-B27F34FE8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547" y="165080"/>
            <a:ext cx="5281770" cy="1760590"/>
          </a:xfrm>
          <a:prstGeom prst="rect">
            <a:avLst/>
          </a:prstGeom>
        </p:spPr>
      </p:pic>
      <p:pic>
        <p:nvPicPr>
          <p:cNvPr id="11" name="Picture 10" descr="A graph showing a line&#10;&#10;AI-generated content may be incorrect.">
            <a:extLst>
              <a:ext uri="{FF2B5EF4-FFF2-40B4-BE49-F238E27FC236}">
                <a16:creationId xmlns:a16="http://schemas.microsoft.com/office/drawing/2014/main" id="{958E3CAD-D6BC-0F69-F54B-EB10F5F16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546" y="4501417"/>
            <a:ext cx="5281771" cy="1719917"/>
          </a:xfrm>
          <a:prstGeom prst="rect">
            <a:avLst/>
          </a:prstGeom>
        </p:spPr>
      </p:pic>
      <p:sp>
        <p:nvSpPr>
          <p:cNvPr id="13" name="Rectangle 1">
            <a:extLst>
              <a:ext uri="{FF2B5EF4-FFF2-40B4-BE49-F238E27FC236}">
                <a16:creationId xmlns:a16="http://schemas.microsoft.com/office/drawing/2014/main" id="{044288D9-6C91-E95A-6027-54574286F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8" y="2441752"/>
            <a:ext cx="391514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Risk is controlled structurally via signal selectivity, volatility scaling, and disciplined exits. </a:t>
            </a:r>
            <a:r>
              <a:rPr lang="en-US" altLang="en-US" dirty="0">
                <a:latin typeface="Aptos" panose="020B0004020202020204" pitchFamily="34" charset="0"/>
              </a:rPr>
              <a:t>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ot reactive stop-losses.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A029F0-2BE8-2108-1656-EFC8E215CFA3}"/>
              </a:ext>
            </a:extLst>
          </p:cNvPr>
          <p:cNvSpPr txBox="1"/>
          <p:nvPr/>
        </p:nvSpPr>
        <p:spPr>
          <a:xfrm>
            <a:off x="4470767" y="3823500"/>
            <a:ext cx="775299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ptos" panose="020B0004020202020204" pitchFamily="34" charset="0"/>
              </a:rPr>
              <a:t>Selective participation</a:t>
            </a:r>
          </a:p>
          <a:p>
            <a:r>
              <a:rPr lang="en-IN" sz="1400" dirty="0">
                <a:latin typeface="Aptos" panose="020B0004020202020204" pitchFamily="34" charset="0"/>
              </a:rPr>
              <a:t>    Trades occur only when model confidence exceeds threshold, creating a natural no-trade zone.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DE4209-9A18-F8B1-8A49-E2C85FD9D495}"/>
              </a:ext>
            </a:extLst>
          </p:cNvPr>
          <p:cNvSpPr txBox="1"/>
          <p:nvPr/>
        </p:nvSpPr>
        <p:spPr>
          <a:xfrm>
            <a:off x="4542421" y="1925670"/>
            <a:ext cx="6997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ptos" panose="020B0004020202020204" pitchFamily="34" charset="0"/>
              </a:rPr>
              <a:t>Drawdowns are structurally bounded</a:t>
            </a:r>
            <a:br>
              <a:rPr lang="en-IN" sz="1400" dirty="0">
                <a:latin typeface="Aptos" panose="020B0004020202020204" pitchFamily="34" charset="0"/>
              </a:rPr>
            </a:br>
            <a:r>
              <a:rPr lang="en-IN" sz="1400" dirty="0">
                <a:latin typeface="Aptos" panose="020B0004020202020204" pitchFamily="34" charset="0"/>
              </a:rPr>
              <a:t>De-leveraging during volatility spikes prevents drawdown acceleration.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36AE77-DF6D-D0DD-2101-145FD933C51D}"/>
              </a:ext>
            </a:extLst>
          </p:cNvPr>
          <p:cNvSpPr txBox="1"/>
          <p:nvPr/>
        </p:nvSpPr>
        <p:spPr>
          <a:xfrm>
            <a:off x="4429897" y="6129934"/>
            <a:ext cx="70452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ptos" panose="020B0004020202020204" pitchFamily="34" charset="0"/>
              </a:rPr>
              <a:t>Automatic Risk Scaling</a:t>
            </a:r>
            <a:br>
              <a:rPr lang="en-IN" sz="1400" dirty="0">
                <a:latin typeface="Aptos" panose="020B0004020202020204" pitchFamily="34" charset="0"/>
              </a:rPr>
            </a:br>
            <a:r>
              <a:rPr lang="en-IN" sz="1400" dirty="0">
                <a:latin typeface="Aptos" panose="020B0004020202020204" pitchFamily="34" charset="0"/>
              </a:rPr>
              <a:t>Position size contracts during high volatility and expands in stable regimes.</a:t>
            </a:r>
          </a:p>
          <a:p>
            <a:r>
              <a:rPr lang="en-IN" sz="1200" dirty="0">
                <a:solidFill>
                  <a:srgbClr val="C00000"/>
                </a:solidFill>
                <a:latin typeface="Aptos" panose="020B0004020202020204" pitchFamily="34" charset="0"/>
              </a:rPr>
              <a:t>         *Volatility-targeted exposure</a:t>
            </a:r>
            <a:endParaRPr lang="en-US" sz="1200" dirty="0">
              <a:solidFill>
                <a:srgbClr val="C00000"/>
              </a:solidFill>
              <a:latin typeface="Aptos" panose="020B0004020202020204" pitchFamily="34" charset="0"/>
            </a:endParaRPr>
          </a:p>
        </p:txBody>
      </p:sp>
      <p:pic>
        <p:nvPicPr>
          <p:cNvPr id="22" name="Picture 21" descr="A screen shot of a graph&#10;&#10;AI-generated content may be incorrect.">
            <a:extLst>
              <a:ext uri="{FF2B5EF4-FFF2-40B4-BE49-F238E27FC236}">
                <a16:creationId xmlns:a16="http://schemas.microsoft.com/office/drawing/2014/main" id="{7F6E120D-D9C8-F84A-CDB2-01638E82DB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60" y="3744931"/>
            <a:ext cx="2195189" cy="870506"/>
          </a:xfrm>
          <a:prstGeom prst="rect">
            <a:avLst/>
          </a:prstGeom>
        </p:spPr>
      </p:pic>
      <p:pic>
        <p:nvPicPr>
          <p:cNvPr id="24" name="Picture 23" descr="A close-up of a sign&#10;&#10;AI-generated content may be incorrect.">
            <a:extLst>
              <a:ext uri="{FF2B5EF4-FFF2-40B4-BE49-F238E27FC236}">
                <a16:creationId xmlns:a16="http://schemas.microsoft.com/office/drawing/2014/main" id="{9B5E4494-869B-C2D3-34A2-1C35F42361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60" y="4697536"/>
            <a:ext cx="2189952" cy="870506"/>
          </a:xfrm>
          <a:prstGeom prst="rect">
            <a:avLst/>
          </a:prstGeom>
        </p:spPr>
      </p:pic>
      <p:pic>
        <p:nvPicPr>
          <p:cNvPr id="26" name="Picture 25" descr="A screenshot of a phone&#10;&#10;AI-generated content may be incorrect.">
            <a:extLst>
              <a:ext uri="{FF2B5EF4-FFF2-40B4-BE49-F238E27FC236}">
                <a16:creationId xmlns:a16="http://schemas.microsoft.com/office/drawing/2014/main" id="{C7F47374-C005-0613-3D1F-9AFD242395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44" y="5650141"/>
            <a:ext cx="2214349" cy="870506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A75ABF3-C393-B7A6-0AFE-5E7FCC7A9F92}"/>
              </a:ext>
            </a:extLst>
          </p:cNvPr>
          <p:cNvCxnSpPr>
            <a:cxnSpLocks/>
          </p:cNvCxnSpPr>
          <p:nvPr/>
        </p:nvCxnSpPr>
        <p:spPr>
          <a:xfrm>
            <a:off x="2262193" y="4188746"/>
            <a:ext cx="4191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BCA2660-5708-131C-D4EC-245F361227B2}"/>
              </a:ext>
            </a:extLst>
          </p:cNvPr>
          <p:cNvCxnSpPr>
            <a:cxnSpLocks/>
          </p:cNvCxnSpPr>
          <p:nvPr/>
        </p:nvCxnSpPr>
        <p:spPr>
          <a:xfrm>
            <a:off x="2262193" y="5230146"/>
            <a:ext cx="4191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0821E54-FEF9-B5AE-C740-4338279FA082}"/>
              </a:ext>
            </a:extLst>
          </p:cNvPr>
          <p:cNvCxnSpPr>
            <a:cxnSpLocks/>
          </p:cNvCxnSpPr>
          <p:nvPr/>
        </p:nvCxnSpPr>
        <p:spPr>
          <a:xfrm>
            <a:off x="2262193" y="6129934"/>
            <a:ext cx="4191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98ADF94-DDEF-8B0A-FCFE-BCB3F99088CA}"/>
              </a:ext>
            </a:extLst>
          </p:cNvPr>
          <p:cNvSpPr txBox="1"/>
          <p:nvPr/>
        </p:nvSpPr>
        <p:spPr>
          <a:xfrm>
            <a:off x="2646121" y="3841291"/>
            <a:ext cx="16852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ptos" panose="020B0004020202020204" pitchFamily="34" charset="0"/>
              </a:rPr>
              <a:t>Explicit no-trade region around uncertainty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BF69D0-E4E5-8287-C78D-F0C50483A8A1}"/>
              </a:ext>
            </a:extLst>
          </p:cNvPr>
          <p:cNvSpPr txBox="1"/>
          <p:nvPr/>
        </p:nvSpPr>
        <p:spPr>
          <a:xfrm>
            <a:off x="2662544" y="4883407"/>
            <a:ext cx="16843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ptos" panose="020B0004020202020204" pitchFamily="34" charset="0"/>
              </a:rPr>
              <a:t>Risk normalized across volatility regimes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87DD64-77AE-4EE3-3F1B-21C6A95F1513}"/>
              </a:ext>
            </a:extLst>
          </p:cNvPr>
          <p:cNvSpPr txBox="1"/>
          <p:nvPr/>
        </p:nvSpPr>
        <p:spPr>
          <a:xfrm>
            <a:off x="2662544" y="5790851"/>
            <a:ext cx="16524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ptos" panose="020B0004020202020204" pitchFamily="34" charset="0"/>
              </a:rPr>
              <a:t>Hard upper bound on exposure</a:t>
            </a:r>
            <a:endParaRPr lang="en-US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787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578EB459-3385-4BF6-A9E1-154CBA251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2B506-DE3C-3CFF-90D0-7D39BBBC5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09637"/>
            <a:ext cx="5892097" cy="131673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/>
              <a:t>RESULTS &amp; TRADE QUALITY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CA168A3-FD15-4AAC-9FDF-8C058A028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Content Placeholder 10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EC1BC9DE-3191-CD22-B2A5-9B3479E1AB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424"/>
          <a:stretch>
            <a:fillRect/>
          </a:stretch>
        </p:blipFill>
        <p:spPr>
          <a:xfrm>
            <a:off x="6871855" y="262237"/>
            <a:ext cx="5029051" cy="2508611"/>
          </a:xfrm>
          <a:prstGeom prst="rect">
            <a:avLst/>
          </a:prstGeom>
        </p:spPr>
      </p:pic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C7C108B-6977-4FF2-B463-D8370F3EB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blue and orange pie chart&#10;&#10;AI-generated content may be incorrect.">
            <a:extLst>
              <a:ext uri="{FF2B5EF4-FFF2-40B4-BE49-F238E27FC236}">
                <a16:creationId xmlns:a16="http://schemas.microsoft.com/office/drawing/2014/main" id="{59886985-DF02-EBD3-7EB6-0396DA79FB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770" r="2" b="21406"/>
          <a:stretch>
            <a:fillRect/>
          </a:stretch>
        </p:blipFill>
        <p:spPr>
          <a:xfrm>
            <a:off x="3093210" y="1517797"/>
            <a:ext cx="3238317" cy="1710642"/>
          </a:xfrm>
          <a:prstGeom prst="rect">
            <a:avLst/>
          </a:prstGeom>
        </p:spPr>
      </p:pic>
      <p:pic>
        <p:nvPicPr>
          <p:cNvPr id="16" name="Content Placeholder 15" descr="A graph of a graph&#10;&#10;AI-generated content may be incorrect.">
            <a:extLst>
              <a:ext uri="{FF2B5EF4-FFF2-40B4-BE49-F238E27FC236}">
                <a16:creationId xmlns:a16="http://schemas.microsoft.com/office/drawing/2014/main" id="{2F797502-67E0-6FD0-37E0-3E1EC9228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830" y="3680485"/>
            <a:ext cx="3052200" cy="3052200"/>
          </a:xfrm>
          <a:prstGeom prst="rect">
            <a:avLst/>
          </a:prstGeom>
        </p:spPr>
      </p:pic>
      <p:sp>
        <p:nvSpPr>
          <p:cNvPr id="19" name="Rectangle 1">
            <a:extLst>
              <a:ext uri="{FF2B5EF4-FFF2-40B4-BE49-F238E27FC236}">
                <a16:creationId xmlns:a16="http://schemas.microsoft.com/office/drawing/2014/main" id="{1EABD6DB-C8C3-284C-4435-DCBDB6E1C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6779" y="2675453"/>
            <a:ext cx="512755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Per-Trade P&amp;L Distribution: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Centered near zero with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 </a:t>
            </a:r>
            <a:r>
              <a:rPr lang="en-IN" sz="1400" b="1" dirty="0">
                <a:latin typeface="Aptos" panose="020B0004020202020204" pitchFamily="34" charset="0"/>
              </a:rPr>
              <a:t>right-skewed payoff distribution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Indicates controlled losses and occasional outsized gains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  <a:r>
              <a:rPr lang="en-IN" sz="1400" dirty="0">
                <a:latin typeface="Aptos" panose="020B0004020202020204" pitchFamily="34" charset="0"/>
              </a:rPr>
              <a:t>Positive mean P&amp;L confirms persistent edge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FC890497-72FE-D37A-FC9A-C75003928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3564" y="3142149"/>
            <a:ext cx="471135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Win vs Loss Breakdown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Win rate is healthy but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not the edge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Strategy focuses on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expectancy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, not hit-rate optimization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FA1D53-4914-48D6-E1E7-B013946EFAB7}"/>
              </a:ext>
            </a:extLst>
          </p:cNvPr>
          <p:cNvSpPr txBox="1"/>
          <p:nvPr/>
        </p:nvSpPr>
        <p:spPr>
          <a:xfrm>
            <a:off x="9637030" y="3705493"/>
            <a:ext cx="255497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1400" b="1" i="0" dirty="0">
                <a:effectLst/>
                <a:latin typeface="Aptos" panose="020B0004020202020204" pitchFamily="34" charset="0"/>
              </a:rPr>
              <a:t>Average Win vs Average   Loss</a:t>
            </a:r>
            <a:endParaRPr lang="en-IN" sz="1400" b="0" i="0" dirty="0">
              <a:effectLst/>
              <a:latin typeface="Aptos" panose="020B00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400" b="1" dirty="0">
                <a:latin typeface="Aptos" panose="020B0004020202020204" pitchFamily="34" charset="0"/>
              </a:rPr>
              <a:t> </a:t>
            </a:r>
            <a:r>
              <a:rPr lang="en-IN" sz="1400" i="0" dirty="0">
                <a:effectLst/>
                <a:latin typeface="Aptos" panose="020B0004020202020204" pitchFamily="34" charset="0"/>
              </a:rPr>
              <a:t>Average win </a:t>
            </a:r>
            <a:r>
              <a:rPr lang="en-IN" sz="1400" b="1" i="0" dirty="0">
                <a:effectLst/>
                <a:latin typeface="Aptos" panose="020B0004020202020204" pitchFamily="34" charset="0"/>
              </a:rPr>
              <a:t>&gt;</a:t>
            </a:r>
            <a:r>
              <a:rPr lang="en-IN" sz="1400" i="0" dirty="0">
                <a:effectLst/>
                <a:latin typeface="Aptos" panose="020B0004020202020204" pitchFamily="34" charset="0"/>
              </a:rPr>
              <a:t> Average loss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Positive trade-level expectancy observed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</a:br>
            <a:r>
              <a:rPr lang="en-IN" sz="1400" dirty="0">
                <a:latin typeface="Aptos" panose="020B0004020202020204" pitchFamily="34" charset="0"/>
              </a:rPr>
              <a:t>Losses tightly controlled, gains occasionally outsized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Returns not dependent on high win rate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Profitability driven by payoff size, not frequency.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 Right-skewed payoff  distribution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Larger winners dominate cumulative returns.</a:t>
            </a:r>
          </a:p>
        </p:txBody>
      </p:sp>
      <p:sp>
        <p:nvSpPr>
          <p:cNvPr id="34" name="Rectangle 5">
            <a:extLst>
              <a:ext uri="{FF2B5EF4-FFF2-40B4-BE49-F238E27FC236}">
                <a16:creationId xmlns:a16="http://schemas.microsoft.com/office/drawing/2014/main" id="{43F1D9E4-F04D-45CA-3085-7DF3FF7BB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134" y="6143599"/>
            <a:ext cx="6723454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Outperformance is </a:t>
            </a:r>
            <a:r>
              <a:rPr lang="en-IN" sz="1600" b="1" dirty="0">
                <a:latin typeface="Aptos" panose="020B0004020202020204" pitchFamily="34" charset="0"/>
              </a:rPr>
              <a:t>structurally</a:t>
            </a:r>
            <a:r>
              <a:rPr lang="en-IN" dirty="0"/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driven by payoff asymmetry and selective participation, not by high win rate or aggressive leverage.</a:t>
            </a:r>
          </a:p>
        </p:txBody>
      </p:sp>
      <p:pic>
        <p:nvPicPr>
          <p:cNvPr id="38" name="Picture 37" descr="A screenshot of a graph&#10;&#10;AI-generated content may be incorrect.">
            <a:extLst>
              <a:ext uri="{FF2B5EF4-FFF2-40B4-BE49-F238E27FC236}">
                <a16:creationId xmlns:a16="http://schemas.microsoft.com/office/drawing/2014/main" id="{6C151B4E-8234-4E43-1112-AB93F65B30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471" y="4038441"/>
            <a:ext cx="3783933" cy="2063963"/>
          </a:xfrm>
          <a:prstGeom prst="rect">
            <a:avLst/>
          </a:prstGeom>
          <a:effectLst>
            <a:softEdge rad="50800"/>
          </a:effectLst>
        </p:spPr>
      </p:pic>
      <p:sp>
        <p:nvSpPr>
          <p:cNvPr id="40" name="Diamond 39">
            <a:extLst>
              <a:ext uri="{FF2B5EF4-FFF2-40B4-BE49-F238E27FC236}">
                <a16:creationId xmlns:a16="http://schemas.microsoft.com/office/drawing/2014/main" id="{C97153EE-9261-9CE4-2AB6-D9361FA0C748}"/>
              </a:ext>
            </a:extLst>
          </p:cNvPr>
          <p:cNvSpPr/>
          <p:nvPr/>
        </p:nvSpPr>
        <p:spPr>
          <a:xfrm>
            <a:off x="4319208" y="5855189"/>
            <a:ext cx="182013" cy="186347"/>
          </a:xfrm>
          <a:prstGeom prst="diamond">
            <a:avLst/>
          </a:prstGeom>
          <a:solidFill>
            <a:srgbClr val="1E232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28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A016B0-9A12-BE94-B44C-BA070C2C8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13616"/>
            <a:ext cx="10706100" cy="775198"/>
          </a:xfrm>
        </p:spPr>
        <p:txBody>
          <a:bodyPr>
            <a:normAutofit/>
          </a:bodyPr>
          <a:lstStyle/>
          <a:p>
            <a:r>
              <a:rPr lang="en-IN" b="1" dirty="0"/>
              <a:t>ROBUSTNESS &amp; GENERALIZATION</a:t>
            </a:r>
            <a:endParaRPr lang="en-US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D5990AE-276F-4BC8-D2AA-C3A5099B47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6080544"/>
              </p:ext>
            </p:extLst>
          </p:nvPr>
        </p:nvGraphicFramePr>
        <p:xfrm>
          <a:off x="-1554955" y="486406"/>
          <a:ext cx="11533476" cy="4734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33715A5-8048-453E-A44A-0F17BBB481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53340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3945A44-0EE9-B4C9-C650-E86EA084F6B0}"/>
              </a:ext>
            </a:extLst>
          </p:cNvPr>
          <p:cNvSpPr txBox="1"/>
          <p:nvPr/>
        </p:nvSpPr>
        <p:spPr>
          <a:xfrm>
            <a:off x="703728" y="6099097"/>
            <a:ext cx="4218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Design choices that prevent overfitting</a:t>
            </a:r>
            <a:endParaRPr lang="en-US" b="1" dirty="0">
              <a:latin typeface="Aptos" panose="020B00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A76E60F-F879-15A3-80FA-F0AFE6C84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021339"/>
              </p:ext>
            </p:extLst>
          </p:nvPr>
        </p:nvGraphicFramePr>
        <p:xfrm>
          <a:off x="8423565" y="485478"/>
          <a:ext cx="3768435" cy="3163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6145">
                  <a:extLst>
                    <a:ext uri="{9D8B030D-6E8A-4147-A177-3AD203B41FA5}">
                      <a16:colId xmlns:a16="http://schemas.microsoft.com/office/drawing/2014/main" val="4102769906"/>
                    </a:ext>
                  </a:extLst>
                </a:gridCol>
                <a:gridCol w="1256145">
                  <a:extLst>
                    <a:ext uri="{9D8B030D-6E8A-4147-A177-3AD203B41FA5}">
                      <a16:colId xmlns:a16="http://schemas.microsoft.com/office/drawing/2014/main" val="191326295"/>
                    </a:ext>
                  </a:extLst>
                </a:gridCol>
                <a:gridCol w="1256145">
                  <a:extLst>
                    <a:ext uri="{9D8B030D-6E8A-4147-A177-3AD203B41FA5}">
                      <a16:colId xmlns:a16="http://schemas.microsoft.com/office/drawing/2014/main" val="1412224147"/>
                    </a:ext>
                  </a:extLst>
                </a:gridCol>
              </a:tblGrid>
              <a:tr h="13454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RISK &amp; PERFORMANCE COMPARISON</a:t>
                      </a:r>
                      <a:endParaRPr lang="en-IN" b="1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IN - SAMPLE (IS)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OUT-OF- SAMPLE (OS)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0087798"/>
                  </a:ext>
                </a:extLst>
              </a:tr>
              <a:tr h="700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Sharpe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1.33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7.67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4062269"/>
                  </a:ext>
                </a:extLst>
              </a:tr>
              <a:tr h="1000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Max Drawdown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effectLst/>
                          <a:latin typeface="Google Sans Text"/>
                        </a:rPr>
                        <a:t>-8.03%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-1.08%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677985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740B2670-FEE3-B856-6795-98386174F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3565" y="3650260"/>
            <a:ext cx="3768435" cy="1400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700" dirty="0">
                <a:latin typeface="Aptos" panose="020B0004020202020204" pitchFamily="34" charset="0"/>
              </a:rPr>
              <a:t>• Drawdown </a:t>
            </a:r>
            <a:r>
              <a:rPr lang="en-US" altLang="en-US" sz="1700" i="1" dirty="0">
                <a:latin typeface="Aptos" panose="020B0004020202020204" pitchFamily="34" charset="0"/>
              </a:rPr>
              <a:t>contracts</a:t>
            </a:r>
            <a:r>
              <a:rPr lang="en-US" altLang="en-US" sz="1700" dirty="0">
                <a:latin typeface="Aptos" panose="020B0004020202020204" pitchFamily="34" charset="0"/>
              </a:rPr>
              <a:t> out-of-sample</a:t>
            </a:r>
            <a:br>
              <a:rPr lang="en-US" altLang="en-US" sz="1700" dirty="0">
                <a:latin typeface="Aptos" panose="020B0004020202020204" pitchFamily="34" charset="0"/>
              </a:rPr>
            </a:br>
            <a:r>
              <a:rPr lang="en-US" altLang="en-US" sz="1700" dirty="0">
                <a:latin typeface="Aptos" panose="020B0004020202020204" pitchFamily="34" charset="0"/>
              </a:rPr>
              <a:t>• Performance improves </a:t>
            </a:r>
            <a:r>
              <a:rPr lang="en-US" altLang="en-US" sz="1700" b="1" dirty="0">
                <a:latin typeface="Aptos" panose="020B0004020202020204" pitchFamily="34" charset="0"/>
              </a:rPr>
              <a:t>without      increased tail risk exposure</a:t>
            </a:r>
            <a:br>
              <a:rPr lang="en-US" altLang="en-US" sz="1700" dirty="0">
                <a:latin typeface="Aptos" panose="020B0004020202020204" pitchFamily="34" charset="0"/>
              </a:rPr>
            </a:br>
            <a:r>
              <a:rPr lang="en-US" altLang="en-US" sz="1700" dirty="0">
                <a:latin typeface="Aptos" panose="020B0004020202020204" pitchFamily="34" charset="0"/>
              </a:rPr>
              <a:t>• Confirms structural generalization, not curve-fit behavior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A98CB60-879C-DE3D-5415-17E1D6453585}"/>
              </a:ext>
            </a:extLst>
          </p:cNvPr>
          <p:cNvCxnSpPr>
            <a:cxnSpLocks/>
          </p:cNvCxnSpPr>
          <p:nvPr/>
        </p:nvCxnSpPr>
        <p:spPr>
          <a:xfrm>
            <a:off x="8733922" y="3482692"/>
            <a:ext cx="3147720" cy="69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655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DF540A-B846-C3EB-0501-018ABB838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67032"/>
            <a:ext cx="8863090" cy="741732"/>
          </a:xfrm>
        </p:spPr>
        <p:txBody>
          <a:bodyPr>
            <a:noAutofit/>
          </a:bodyPr>
          <a:lstStyle/>
          <a:p>
            <a:r>
              <a:rPr lang="en-IN" b="1" dirty="0"/>
              <a:t>LIMITATIONS &amp; SCOPE OF INFERENCE</a:t>
            </a:r>
            <a:br>
              <a:rPr lang="en-IN" b="1" dirty="0"/>
            </a:b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E265D3F-ACB6-51D8-7F64-7D105EFB29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6244181"/>
              </p:ext>
            </p:extLst>
          </p:nvPr>
        </p:nvGraphicFramePr>
        <p:xfrm>
          <a:off x="-554637" y="1266316"/>
          <a:ext cx="8034729" cy="5524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33715A5-8048-453E-A44A-0F17BBB481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4F610FE-F29D-1D74-A51C-EBBB4161F357}"/>
              </a:ext>
            </a:extLst>
          </p:cNvPr>
          <p:cNvSpPr txBox="1"/>
          <p:nvPr/>
        </p:nvSpPr>
        <p:spPr>
          <a:xfrm>
            <a:off x="700635" y="808764"/>
            <a:ext cx="62895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Contextual constraints imposed by the problem statement</a:t>
            </a:r>
            <a:endParaRPr lang="en-IN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8E9C21CC-E3A5-F119-FF37-2CD073EA9F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2538564"/>
              </p:ext>
            </p:extLst>
          </p:nvPr>
        </p:nvGraphicFramePr>
        <p:xfrm>
          <a:off x="6850505" y="895151"/>
          <a:ext cx="604213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8" name="Content Placeholder 4">
            <a:extLst>
              <a:ext uri="{FF2B5EF4-FFF2-40B4-BE49-F238E27FC236}">
                <a16:creationId xmlns:a16="http://schemas.microsoft.com/office/drawing/2014/main" id="{BF0852D0-72F4-44BF-CE33-D08C191D59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2762606"/>
              </p:ext>
            </p:extLst>
          </p:nvPr>
        </p:nvGraphicFramePr>
        <p:xfrm>
          <a:off x="5132180" y="1266316"/>
          <a:ext cx="8034729" cy="5524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4288463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DF43057-2C9D-E010-37A9-2646B2F76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796629"/>
            <a:ext cx="10791879" cy="787695"/>
          </a:xfrm>
        </p:spPr>
        <p:txBody>
          <a:bodyPr>
            <a:noAutofit/>
          </a:bodyPr>
          <a:lstStyle/>
          <a:p>
            <a:r>
              <a:rPr lang="en-IN" b="1" dirty="0"/>
              <a:t>STRATEGY DNA &amp; FINAL TAKEAWAY</a:t>
            </a:r>
            <a:br>
              <a:rPr lang="en-IN" b="1" dirty="0"/>
            </a:b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0FB7820-008F-6B90-A5BE-22CAFFA73699}"/>
              </a:ext>
            </a:extLst>
          </p:cNvPr>
          <p:cNvSpPr/>
          <p:nvPr/>
        </p:nvSpPr>
        <p:spPr>
          <a:xfrm>
            <a:off x="567630" y="1657052"/>
            <a:ext cx="6470479" cy="2111382"/>
          </a:xfrm>
          <a:prstGeom prst="round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b="1" dirty="0">
              <a:solidFill>
                <a:srgbClr val="FFFFFF"/>
              </a:solidFill>
              <a:latin typeface="Aptos" panose="020B00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rgbClr val="FFFFFF"/>
                </a:solidFill>
                <a:latin typeface="Aptos" panose="020B0004020202020204" pitchFamily="34" charset="0"/>
              </a:rPr>
              <a:t>Probabilistic • Selective • Risk-Normalized</a:t>
            </a:r>
            <a:endParaRPr lang="en-US" altLang="en-US" sz="2400" b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rgbClr val="FFFFFF"/>
                </a:solidFill>
                <a:latin typeface="Aptos" panose="020B0004020202020204" pitchFamily="34" charset="0"/>
              </a:rPr>
              <a:t>This strategy does </a:t>
            </a:r>
            <a:r>
              <a:rPr lang="en-US" altLang="en-US" sz="2200" b="1" dirty="0">
                <a:solidFill>
                  <a:srgbClr val="FFFFFF"/>
                </a:solidFill>
                <a:latin typeface="Aptos" panose="020B0004020202020204" pitchFamily="34" charset="0"/>
              </a:rPr>
              <a:t>not</a:t>
            </a:r>
            <a:r>
              <a:rPr lang="en-US" altLang="en-US" sz="2200" dirty="0">
                <a:solidFill>
                  <a:srgbClr val="FFFFFF"/>
                </a:solidFill>
                <a:latin typeface="Aptos" panose="020B0004020202020204" pitchFamily="34" charset="0"/>
              </a:rPr>
              <a:t> predict prices.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rgbClr val="FFFFFF"/>
                </a:solidFill>
                <a:latin typeface="Aptos" panose="020B0004020202020204" pitchFamily="34" charset="0"/>
              </a:rPr>
              <a:t>It estimates when odds are favorable, participates selectively, and scales risk </a:t>
            </a:r>
            <a:r>
              <a:rPr lang="en-US" altLang="en-US" sz="2200" b="1" dirty="0">
                <a:solidFill>
                  <a:srgbClr val="FFFFFF"/>
                </a:solidFill>
                <a:latin typeface="Aptos" panose="020B0004020202020204" pitchFamily="34" charset="0"/>
              </a:rPr>
              <a:t>ex-ante</a:t>
            </a:r>
            <a:r>
              <a:rPr lang="en-US" altLang="en-US" sz="2200" dirty="0">
                <a:solidFill>
                  <a:srgbClr val="FFFFFF"/>
                </a:solidFill>
                <a:latin typeface="Aptos" panose="020B0004020202020204" pitchFamily="34" charset="0"/>
              </a:rPr>
              <a:t>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algn="ctr"/>
            <a:endParaRPr lang="en-US" sz="2200" dirty="0">
              <a:latin typeface="Aptos" panose="020B0004020202020204" pitchFamily="34" charset="0"/>
            </a:endParaRPr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5CAD96F-A2B7-EEE3-AD97-E867A193C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29" y="3889750"/>
            <a:ext cx="6470479" cy="2008080"/>
          </a:xfrm>
          <a:prstGeom prst="rect">
            <a:avLst/>
          </a:prstGeom>
          <a:effectLst>
            <a:softEdge rad="31906"/>
          </a:effectLst>
        </p:spPr>
      </p:pic>
      <p:sp>
        <p:nvSpPr>
          <p:cNvPr id="9" name="Diamond 8">
            <a:extLst>
              <a:ext uri="{FF2B5EF4-FFF2-40B4-BE49-F238E27FC236}">
                <a16:creationId xmlns:a16="http://schemas.microsoft.com/office/drawing/2014/main" id="{968F1977-FCC9-4202-994D-5268A3730370}"/>
              </a:ext>
            </a:extLst>
          </p:cNvPr>
          <p:cNvSpPr/>
          <p:nvPr/>
        </p:nvSpPr>
        <p:spPr>
          <a:xfrm>
            <a:off x="6748758" y="5524545"/>
            <a:ext cx="218484" cy="330507"/>
          </a:xfrm>
          <a:prstGeom prst="diamond">
            <a:avLst/>
          </a:prstGeom>
          <a:solidFill>
            <a:srgbClr val="20202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AEFCFA-7C8D-5138-BF24-7C609FA5259A}"/>
              </a:ext>
            </a:extLst>
          </p:cNvPr>
          <p:cNvSpPr/>
          <p:nvPr/>
        </p:nvSpPr>
        <p:spPr>
          <a:xfrm>
            <a:off x="4175490" y="4013386"/>
            <a:ext cx="2112022" cy="243026"/>
          </a:xfrm>
          <a:prstGeom prst="rect">
            <a:avLst/>
          </a:prstGeom>
          <a:solidFill>
            <a:srgbClr val="20202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3D16486-40BE-78AA-C1B2-516DCE59DE8A}"/>
              </a:ext>
            </a:extLst>
          </p:cNvPr>
          <p:cNvSpPr/>
          <p:nvPr/>
        </p:nvSpPr>
        <p:spPr>
          <a:xfrm>
            <a:off x="7116693" y="1543977"/>
            <a:ext cx="4996721" cy="4092321"/>
          </a:xfrm>
          <a:prstGeom prst="round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D84BFF-80D0-F758-2271-57F79BB7682E}"/>
              </a:ext>
            </a:extLst>
          </p:cNvPr>
          <p:cNvSpPr txBox="1"/>
          <p:nvPr/>
        </p:nvSpPr>
        <p:spPr>
          <a:xfrm>
            <a:off x="7116693" y="2267878"/>
            <a:ext cx="515389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WHAT RESULTS ACTUALLY PROVE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Performance is driven by</a:t>
            </a: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 </a:t>
            </a:r>
            <a:r>
              <a:rPr lang="en-US" altLang="en-US" sz="2000" b="1" dirty="0">
                <a:solidFill>
                  <a:schemeClr val="bg1"/>
                </a:solidFill>
                <a:latin typeface="Aptos" panose="020B0004020202020204" pitchFamily="34" charset="0"/>
              </a:rPr>
              <a:t>payoff    asymmetry</a:t>
            </a: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, not </a:t>
            </a:r>
            <a:r>
              <a:rPr lang="en-US" altLang="en-US" sz="2000" b="1" dirty="0">
                <a:solidFill>
                  <a:schemeClr val="bg1"/>
                </a:solidFill>
                <a:latin typeface="Aptos" panose="020B0004020202020204" pitchFamily="34" charset="0"/>
              </a:rPr>
              <a:t>win-rate inflation.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Drawdowns </a:t>
            </a:r>
            <a:r>
              <a:rPr lang="en-US" altLang="en-US" sz="2000" b="1" dirty="0">
                <a:solidFill>
                  <a:schemeClr val="bg1"/>
                </a:solidFill>
                <a:latin typeface="Aptos" panose="020B0004020202020204" pitchFamily="34" charset="0"/>
              </a:rPr>
              <a:t>contract out-of-sample</a:t>
            </a: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, confirming robustness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Risk does </a:t>
            </a:r>
            <a:r>
              <a:rPr lang="en-US" altLang="en-US" sz="2000" b="1" dirty="0">
                <a:solidFill>
                  <a:schemeClr val="bg1"/>
                </a:solidFill>
                <a:latin typeface="Aptos" panose="020B0004020202020204" pitchFamily="34" charset="0"/>
              </a:rPr>
              <a:t>not increase</a:t>
            </a: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 with performance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ptos" panose="020B0004020202020204" pitchFamily="34" charset="0"/>
              </a:rPr>
              <a:t> Signal strength improves under </a:t>
            </a:r>
            <a:r>
              <a:rPr lang="en-US" altLang="en-US" sz="2000" b="1" dirty="0">
                <a:solidFill>
                  <a:schemeClr val="bg1"/>
                </a:solidFill>
                <a:latin typeface="Aptos" panose="020B0004020202020204" pitchFamily="34" charset="0"/>
              </a:rPr>
              <a:t>unseen market conditions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endParaRPr lang="en-US" sz="16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ACBF1E-EF46-443C-A191-EC52FCC4FF71}"/>
              </a:ext>
            </a:extLst>
          </p:cNvPr>
          <p:cNvSpPr txBox="1"/>
          <p:nvPr/>
        </p:nvSpPr>
        <p:spPr>
          <a:xfrm>
            <a:off x="659031" y="6203067"/>
            <a:ext cx="4572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ptos" panose="020B0004020202020204" pitchFamily="34" charset="0"/>
              </a:rPr>
              <a:t>Designed for execution. Built for uncertainty.</a:t>
            </a:r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518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2417</TotalTime>
  <Words>1231</Words>
  <Application>Microsoft Office PowerPoint</Application>
  <PresentationFormat>Widescreen</PresentationFormat>
  <Paragraphs>208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</vt:lpstr>
      <vt:lpstr>Arial</vt:lpstr>
      <vt:lpstr>Calisto MT</vt:lpstr>
      <vt:lpstr>Cambria Math</vt:lpstr>
      <vt:lpstr>Google Sans Text</vt:lpstr>
      <vt:lpstr>Univers</vt:lpstr>
      <vt:lpstr>Univers Condensed</vt:lpstr>
      <vt:lpstr>Wingdings</vt:lpstr>
      <vt:lpstr>ChronicleVTI</vt:lpstr>
      <vt:lpstr>Signal Cartel A Probabilistic Directional Trading STRATEGY </vt:lpstr>
      <vt:lpstr>Strategy Intuition: Probabilistic Directional Edge</vt:lpstr>
      <vt:lpstr>Trading Logic: From Probability to Position</vt:lpstr>
      <vt:lpstr>Feature Design: Encoding Market State </vt:lpstr>
      <vt:lpstr>THRESHOLDS &amp; PARAMETER DESIGN LOGIC</vt:lpstr>
      <vt:lpstr>RISK MANAGEMENT &amp; DRAWDOWN CONTROL </vt:lpstr>
      <vt:lpstr>RESULTS &amp; TRADE QUALITY</vt:lpstr>
      <vt:lpstr>ROBUSTNESS &amp; GENERALIZATION</vt:lpstr>
      <vt:lpstr>LIMITATIONS &amp; SCOPE OF INFERENCE </vt:lpstr>
      <vt:lpstr>STRATEGY DNA &amp; FINAL TAKEAWAY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Aarush Ranjan</dc:creator>
  <cp:lastModifiedBy>CHIRAAG TRIPATHI</cp:lastModifiedBy>
  <cp:revision>6</cp:revision>
  <dcterms:created xsi:type="dcterms:W3CDTF">2026-01-16T12:56:56Z</dcterms:created>
  <dcterms:modified xsi:type="dcterms:W3CDTF">2026-01-21T15:56:18Z</dcterms:modified>
</cp:coreProperties>
</file>